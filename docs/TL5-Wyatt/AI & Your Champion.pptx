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ublic Sans Medium"/>
      <p:regular r:id="rId19"/>
      <p:bold r:id="rId20"/>
      <p:italic r:id="rId21"/>
      <p:boldItalic r:id="rId22"/>
    </p:embeddedFont>
    <p:embeddedFont>
      <p:font typeface="Public Sans"/>
      <p:regular r:id="rId23"/>
      <p:bold r:id="rId24"/>
      <p:italic r:id="rId25"/>
      <p:boldItalic r:id="rId26"/>
    </p:embeddedFont>
    <p:embeddedFont>
      <p:font typeface="Public Sans Light"/>
      <p:regular r:id="rId27"/>
      <p:bold r:id="rId28"/>
      <p:italic r:id="rId29"/>
      <p:boldItalic r:id="rId30"/>
    </p:embeddedFont>
    <p:embeddedFont>
      <p:font typeface="Public Sans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SemiBold-regular.fntdata"/><Relationship Id="rId30" Type="http://schemas.openxmlformats.org/officeDocument/2006/relationships/font" Target="fonts/PublicSansLight-boldItalic.fntdata"/><Relationship Id="rId33" Type="http://schemas.openxmlformats.org/officeDocument/2006/relationships/font" Target="fonts/PublicSansSemiBold-italic.fntdata"/><Relationship Id="rId32" Type="http://schemas.openxmlformats.org/officeDocument/2006/relationships/font" Target="fonts/PublicSansSemiBold-bold.fntdata"/><Relationship Id="rId34" Type="http://schemas.openxmlformats.org/officeDocument/2006/relationships/font" Target="fonts/PublicSansSemiBold-boldItalic.fntdata"/><Relationship Id="rId20" Type="http://schemas.openxmlformats.org/officeDocument/2006/relationships/font" Target="fonts/PublicSansMedium-bold.fntdata"/><Relationship Id="rId22" Type="http://schemas.openxmlformats.org/officeDocument/2006/relationships/font" Target="fonts/PublicSansMedium-boldItalic.fntdata"/><Relationship Id="rId21" Type="http://schemas.openxmlformats.org/officeDocument/2006/relationships/font" Target="fonts/PublicSansMedium-italic.fntdata"/><Relationship Id="rId24" Type="http://schemas.openxmlformats.org/officeDocument/2006/relationships/font" Target="fonts/PublicSans-bold.fntdata"/><Relationship Id="rId23" Type="http://schemas.openxmlformats.org/officeDocument/2006/relationships/font" Target="fonts/PublicSans-regular.fntdata"/><Relationship Id="rId26" Type="http://schemas.openxmlformats.org/officeDocument/2006/relationships/font" Target="fonts/PublicSans-boldItalic.fntdata"/><Relationship Id="rId25" Type="http://schemas.openxmlformats.org/officeDocument/2006/relationships/font" Target="fonts/PublicSans-italic.fntdata"/><Relationship Id="rId28" Type="http://schemas.openxmlformats.org/officeDocument/2006/relationships/font" Target="fonts/PublicSansLight-bold.fntdata"/><Relationship Id="rId27" Type="http://schemas.openxmlformats.org/officeDocument/2006/relationships/font" Target="fonts/PublicSansLight-regular.fntdata"/><Relationship Id="rId29" Type="http://schemas.openxmlformats.org/officeDocument/2006/relationships/font" Target="fonts/PublicSansLigh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ublicSans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b3a7ab8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b3a7ab8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"Welcome to TL5's first lecture. Our role on the team is AI and ethics - using AI well, and owning what it produces. At the Meet and Greet, we already used AI to write your team's RFP and break the project into features - and each of you picked one. Today is the next step: using AI to turn your feature into a full Champion document, and to estimate how long the work will take.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But here's the heart of it, and it's the thing you'll be graded on: the AI produces, YOU verify and own. By the end of today you'll have a Champion for your feature and a set of time estimates - and, importantly, you'll walk straight into the TL4 lecture and put those estimates to work."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[Then intros - graded moment - and note the TL4 handoff coming.]</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b3a7ab8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fb3a7ab8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TL5 cohort up front; each says name (graded moment).]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introductions - and yes, introducing yourself is a graded moment, so do it well.</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[Each TL5 says name + team.]</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"Like every TL group, while one of us presents the rest are circulating to help - today especially during the hands-on part where you prompt the AI and check what it gives back. Grab us; helping you earns us support credit. Our specialty is the AI workflow: if the AI gives you something that looks plausible but you're not sure about, that's exactly when to wave us over - because 'is this actually right?' is the whole skill today."]</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b3a7ab80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b3a7ab80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"Let's be clear so nothing feels repeated. You already know what each section of a Champion IS - Dr. BC taught you use cases, interface contracts, and data-flow diagrams. We are NOT re-teaching those.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What we ARE teaching is how to PRODUCE your Champion with AI, fast, and then verify and own it. The AI is a powerful first-draft engine - it is not the author of record. You are. And there's a second product today: fine-grained time estimates for your coding work, which you'll carry into the TL4 lecture right after this one. So today has two outputs - a Champion, and a set of estimates - both drafted by AI, both owned by you."]</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b3a7ab80f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b3a7ab80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structure slide that was missing. Show the skeleton so they know the document they're producing.]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"Before we prompt anything, here's the document you're building, so you know the shape of it. A Champion has five sections. Introduction - what your feature does, and crucially what it does NOT do. Use Case - the actors and a numbered basic sequence, with exceptions branching from a numbered step, written 'Step 3a', exactly as Dr. BC showed. Interface Contract - the inputs, outputs, and events other features use, each one typed and testable, not vague. DFD - a data-flow diagram in Gane-Sarson notation, from a context view down to your feature's zoom, with no black holes or miracles. And the Timeline - your work items with honest hour estimates, which is the part TL4 will track you against all semester.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Those five are what the AI will draft and what you'll verify. Keep this skeleton in mind - every prompt you write today targets one of these five."]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b3a7ab80f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b3a7ab80f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new 'how do you actually get a Champion' content. The key idea: feed it the Meet &amp; Greet feature output; you're no longer writing from scratch, you're driving + owning.]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the thing that's different this year: you do NOT write the Champion from scratch anymore. At the Meet and Greet, the AI already produced a description of your feature - what it is, its suggested pattern, roughly what it's responsible for. That description is your starting material. You feed it back to the AI and drive it to expand that feature into a full five-section Champion.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So your opening prompt gives the AI three things: your feature description from the Meet and Greet, the five-section structure you just saw, and the constraints only you know - the seven-week window, the one-directory rule, which teammates' features yours touches. Then you drive it section by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And here's the ownership point, the most important sentence today: once that Champion is written and you accept it, it becomes YOUR contract for what you'll build this semester. The AI helped you write it, but you own it. If there's something in it you don't want to commit to - change it NOW, while it's being drafted. After today, this is the thing you're on the hook to deliver. So read every line as if you're signing it - because you are."]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b3a7ab80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b3a7ab80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core skill, kept from the original deck.]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whole skill in one picture. Step one, PROMPT: feature plus section plus the constraints only you know. Step two, DRAFT: the AI produces a version - fast, structured, usually eighty percent there. Step three, VERIFY, line by line - is it feasible? does it match what Dr. BC taught? does it tile with your teammates' features? This is the step that earns the marks. Step four, OWN: correct it and log the exchange. Then repeat for the next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AI can't know your team's velocity, the seven weeks, or the one-directory rule unless you tell it - so the prompt is where you supply reality. And 'the AI wrote it' is never an answer at the oral exam. Verify is the marks; own is the rule."]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b3a7ab80f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b3a7ab80f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missing estimate step, and the handoff to TL4. This is load-bearing for the braid.]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"Now the second output, and it's what you'll carry straight into the TL4 lecture. Once your Champion's coding work is defined, you prompt the AI one more way: break my feature's coding into fine-grained work items, each with an hour estimate.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Fine-grained matters - not 'build Save/Load, 20 hours,' but 'write the serialization method, 3 hours; write the load method, 2 hours; handle the corrupt-file case, 1 hour' - because that's how TL4 tracks your actual work against your estimate. The finer the breakdown, the fairer the tracking.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Two honesty notes. One: these estimates become your CONTRACT with TL4 - you'll log actual hours against them all semester, and at the Roast, a task you estimated at three hours with twenty minutes logged gets you roasted. So make them honest. Two: the AI only estimates your CODING work and your systems-analysis tasks - the Champion, RFP. The other tracking - meetings, lecture time, prep - you fill in yourselves. And note: time you spend in these TL lectures counts as TRAINING - in our business metaphor, your company sent you to job-related training, so log it. The format the AI gives you - task plus predicted hours - drops straight into the Gantt you'll set up next door with TL4."]</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409e10c9ec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409e10c9ec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b3a7ab80f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b3a7ab80f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from the original; a concrete prompt showing what 'good' looks like.]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a concrete prompt for the interface-contract section of Save/Load - the kind of thing you'd actually type. Notice what makes it good: it names the feature, names the section, and feeds the constraints the AI can't know - the teammates it touches, the requirement that everything be typed and testable, the minimal surface. Then the verify note underneath: the AI gives you something plausible, and your job is to check it against what Dr. BC taught - concrete types, testable, minimal. A vague draft isn't the AI failing; it's your cue to push back and re-prompt. That re-prompting is the skill." </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fb3a7ab80f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fb3a7ab80f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the central rule.]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rule that matters most, plainly. Using AI here is expected - nobody's hiding it. But owning the output is required. 'The AI wrote it' is never an answer at the oral exam; you own every word and you'll defend it. The AI can't know your team's velocity, the seven-week window, or the one-directory rule unless you tell it - and it can't be held accountable for getting them wrong. Only you can. So save your conversation: the AI interaction log is part of the course AI policy and it's graded. The AI is brilliant at structure and first drafts; you are the authority on scope, feasibility, and truth. That division never flips."]</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b3a7ab80f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fb3a7ab80f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[WORKSHOP / FOLLOW-ALONG — extended so its output includes the coding estimates TL4 needs next. ~12 min, TL5s circulating (LEC territory).]</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YOU MUST ACCOMPLISH (how you know you're done):</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Started your Champion: an Introduction (verified it states what the feature does NOT do) and one Use Case (verified at least one exception branches from a numbered step, 'Step 3a').</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A fine-grained list of CODING work items for your feature, each with an AI-suggested hour estimate, in (task, predicted hours) form - detailed enough that no single item is a vague mega-task.</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You've shown a TL5 BOTH a prompt AND a correction you made (the correction is the graded skill, not the prompt).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 are walking into TL4 holding your estimate list, ready to enter it in the Gantt.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IF YOU DON'T ALREADY KNOW HOW:</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Feeding prior output: paste your Meet &amp; Greet feature description into the AI as context, then ask for the section you want.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Good estimate prompt: "Break the CODING work for [feature] into fine-grained tasks (each 1-5 hours), and give an hour estimate for each. Assume a solo student in a 7-week Unity project." Ask the AI to keep tasks small.</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Verifying: check estimates feel honest for YOUR skill level - if you don't know how to do a task yet, the estimate should include figuring it out.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TL5s circulate: helping someone tighten a vague prompt or spot an over-claiming draft is exactly LEC-worthy help.</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BRAID: this output is the input to TL4 L1. Students should leave with their estimate list in hand.</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b3a7ab80f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fb3a7ab80f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braid divider handing off to TL4 L1.]</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"That's the handoff. You've got a Champion started and, crucially, a set of fine-grained coding estimates in hand. Next door - or next in the room - TL4 takes over: they'll show you how to set up your team's Gantt and tracking spreadsheet, and the very first thing you'll do is enter these estimates you just made. From there, you track your actual hours against them all semester. Bring your estimate list. Over to TL4."</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[BC: TL5 -&gt; TL4 interleave. Students carry their (task, predicted hours) coding estimates directly into TL4 L1's Gantt setup.]</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b3a7ab80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fb3a7ab80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closer.]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recap. A Champion document for your feature - all five sections - produced with AI but verified and owned by you; remember the correction is the graded part, not the prompt. A set of fine-grained coding estimates, which you're carrying into TL4 right now. And your AI interaction log, showing every question you asked - that's part of the AI policy and it's graded.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Check yourself against the Save/Load sample Champion and the section lectures Dr. BC gave - they show you exactly what 'correct' looks like. [SPEAKER: state the current deadline and marking from Canvas - do not quote from memory.] And next time, in TL5 Part 2, we move from documents to code: using AI to generate your functions, the ethics of doing it right, and how good design lets a game teach itself."]</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p:nvPr/>
        </p:nvSpPr>
        <p:spPr>
          <a:xfrm>
            <a:off x="228600" y="223500"/>
            <a:ext cx="8686800" cy="46965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133" name="Google Shape;133;p23"/>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23"/>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35" name="Google Shape;135;p23"/>
          <p:cNvSpPr txBox="1"/>
          <p:nvPr>
            <p:ph idx="2" type="body"/>
          </p:nvPr>
        </p:nvSpPr>
        <p:spPr>
          <a:xfrm>
            <a:off x="6328425" y="4469075"/>
            <a:ext cx="2483700" cy="355500"/>
          </a:xfrm>
          <a:prstGeom prst="rect">
            <a:avLst/>
          </a:prstGeom>
        </p:spPr>
        <p:txBody>
          <a:bodyPr anchorCtr="0" anchor="t" bIns="91425" lIns="91425" spcFirstLastPara="1" rIns="91425" wrap="square" tIns="91425">
            <a:noAutofit/>
          </a:bodyPr>
          <a:lstStyle>
            <a:lvl1pPr indent="-317500" lvl="0" marL="457200" algn="r">
              <a:spcBef>
                <a:spcPts val="0"/>
              </a:spcBef>
              <a:spcAft>
                <a:spcPts val="0"/>
              </a:spcAft>
              <a:buSzPts val="1400"/>
              <a:buChar char="●"/>
              <a:defRPr sz="1400"/>
            </a:lvl1pPr>
            <a:lvl2pPr indent="-317500" lvl="1" marL="914400" algn="r">
              <a:spcBef>
                <a:spcPts val="0"/>
              </a:spcBef>
              <a:spcAft>
                <a:spcPts val="0"/>
              </a:spcAft>
              <a:buSzPts val="1400"/>
              <a:buChar char="○"/>
              <a:defRPr sz="1400"/>
            </a:lvl2pPr>
            <a:lvl3pPr indent="-317500" lvl="2" marL="1371600" algn="r">
              <a:spcBef>
                <a:spcPts val="0"/>
              </a:spcBef>
              <a:spcAft>
                <a:spcPts val="0"/>
              </a:spcAft>
              <a:buSzPts val="1400"/>
              <a:buChar char="■"/>
              <a:defRPr sz="1400"/>
            </a:lvl3pPr>
            <a:lvl4pPr indent="-317500" lvl="3" marL="1828800" algn="r">
              <a:spcBef>
                <a:spcPts val="0"/>
              </a:spcBef>
              <a:spcAft>
                <a:spcPts val="0"/>
              </a:spcAft>
              <a:buSzPts val="1400"/>
              <a:buChar char="●"/>
              <a:defRPr sz="1400"/>
            </a:lvl4pPr>
            <a:lvl5pPr indent="-317500" lvl="4" marL="2286000" algn="r">
              <a:spcBef>
                <a:spcPts val="0"/>
              </a:spcBef>
              <a:spcAft>
                <a:spcPts val="0"/>
              </a:spcAft>
              <a:buSzPts val="1400"/>
              <a:buChar char="○"/>
              <a:defRPr sz="1400"/>
            </a:lvl5pPr>
            <a:lvl6pPr indent="-317500" lvl="5" marL="2743200" algn="r">
              <a:spcBef>
                <a:spcPts val="0"/>
              </a:spcBef>
              <a:spcAft>
                <a:spcPts val="0"/>
              </a:spcAft>
              <a:buSzPts val="1400"/>
              <a:buChar char="■"/>
              <a:defRPr sz="1400"/>
            </a:lvl6pPr>
            <a:lvl7pPr indent="-317500" lvl="6" marL="3200400" algn="r">
              <a:spcBef>
                <a:spcPts val="0"/>
              </a:spcBef>
              <a:spcAft>
                <a:spcPts val="0"/>
              </a:spcAft>
              <a:buSzPts val="1400"/>
              <a:buChar char="●"/>
              <a:defRPr sz="1400"/>
            </a:lvl7pPr>
            <a:lvl8pPr indent="-317500" lvl="7" marL="3657600" algn="r">
              <a:spcBef>
                <a:spcPts val="0"/>
              </a:spcBef>
              <a:spcAft>
                <a:spcPts val="0"/>
              </a:spcAft>
              <a:buSzPts val="1400"/>
              <a:buChar char="○"/>
              <a:defRPr sz="1400"/>
            </a:lvl8pPr>
            <a:lvl9pPr indent="-317500" lvl="8" marL="4114800" algn="r">
              <a:spcBef>
                <a:spcPts val="0"/>
              </a:spcBef>
              <a:spcAft>
                <a:spcPts val="0"/>
              </a:spcAft>
              <a:buSzPts val="1400"/>
              <a:buChar char="■"/>
              <a:defRPr sz="1400"/>
            </a:lvl9pPr>
          </a:lstStyle>
          <a:p/>
        </p:txBody>
      </p:sp>
      <p:sp>
        <p:nvSpPr>
          <p:cNvPr id="136" name="Google Shape;136;p2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amp; Content">
  <p:cSld name="CUSTOM_13">
    <p:bg>
      <p:bgPr>
        <a:solidFill>
          <a:schemeClr val="dk1"/>
        </a:solidFill>
      </p:bgPr>
    </p:bg>
    <p:spTree>
      <p:nvGrpSpPr>
        <p:cNvPr id="137" name="Shape 137"/>
        <p:cNvGrpSpPr/>
        <p:nvPr/>
      </p:nvGrpSpPr>
      <p:grpSpPr>
        <a:xfrm>
          <a:off x="0" y="0"/>
          <a:ext cx="0" cy="0"/>
          <a:chOff x="0" y="0"/>
          <a:chExt cx="0" cy="0"/>
        </a:xfrm>
      </p:grpSpPr>
      <p:sp>
        <p:nvSpPr>
          <p:cNvPr id="138" name="Google Shape;138;p24"/>
          <p:cNvSpPr/>
          <p:nvPr/>
        </p:nvSpPr>
        <p:spPr>
          <a:xfrm>
            <a:off x="228450" y="482850"/>
            <a:ext cx="8686800" cy="4177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39" name="Google Shape;139;p2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0" name="Google Shape;140;p24"/>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1" name="Google Shape;141;p24"/>
          <p:cNvSpPr txBox="1"/>
          <p:nvPr>
            <p:ph idx="2" type="body"/>
          </p:nvPr>
        </p:nvSpPr>
        <p:spPr>
          <a:xfrm>
            <a:off x="571350" y="620025"/>
            <a:ext cx="6060600" cy="20001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42" name="Google Shape;142;p2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tx">
  <p:cSld name="TITLE_AND_BODY">
    <p:bg>
      <p:bgPr>
        <a:solidFill>
          <a:schemeClr val="dk1"/>
        </a:solidFill>
      </p:bgPr>
    </p:bg>
    <p:spTree>
      <p:nvGrpSpPr>
        <p:cNvPr id="143" name="Shape 143"/>
        <p:cNvGrpSpPr/>
        <p:nvPr/>
      </p:nvGrpSpPr>
      <p:grpSpPr>
        <a:xfrm>
          <a:off x="0" y="0"/>
          <a:ext cx="0" cy="0"/>
          <a:chOff x="0" y="0"/>
          <a:chExt cx="0" cy="0"/>
        </a:xfrm>
      </p:grpSpPr>
      <p:sp>
        <p:nvSpPr>
          <p:cNvPr id="144" name="Google Shape;144;p25"/>
          <p:cNvSpPr/>
          <p:nvPr/>
        </p:nvSpPr>
        <p:spPr>
          <a:xfrm>
            <a:off x="228450" y="482850"/>
            <a:ext cx="8686800" cy="4177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145" name="Google Shape;145;p2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6" name="Google Shape;146;p25"/>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7" name="Google Shape;147;p25"/>
          <p:cNvSpPr txBox="1"/>
          <p:nvPr>
            <p:ph idx="2" type="body"/>
          </p:nvPr>
        </p:nvSpPr>
        <p:spPr>
          <a:xfrm>
            <a:off x="396725" y="620025"/>
            <a:ext cx="55821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48" name="Google Shape;148;p2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nded Audience" type="twoColTx">
  <p:cSld name="TITLE_AND_TWO_COLUMNS">
    <p:bg>
      <p:bgPr>
        <a:solidFill>
          <a:schemeClr val="dk1"/>
        </a:solidFill>
      </p:bgPr>
    </p:bg>
    <p:spTree>
      <p:nvGrpSpPr>
        <p:cNvPr id="149" name="Shape 149"/>
        <p:cNvGrpSpPr/>
        <p:nvPr/>
      </p:nvGrpSpPr>
      <p:grpSpPr>
        <a:xfrm>
          <a:off x="0" y="0"/>
          <a:ext cx="0" cy="0"/>
          <a:chOff x="0" y="0"/>
          <a:chExt cx="0" cy="0"/>
        </a:xfrm>
      </p:grpSpPr>
      <p:sp>
        <p:nvSpPr>
          <p:cNvPr id="150" name="Google Shape;150;p26"/>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51" name="Google Shape;151;p26"/>
          <p:cNvSpPr txBox="1"/>
          <p:nvPr>
            <p:ph type="title"/>
          </p:nvPr>
        </p:nvSpPr>
        <p:spPr>
          <a:xfrm>
            <a:off x="396875" y="3950225"/>
            <a:ext cx="72279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52" name="Google Shape;152;p26"/>
          <p:cNvSpPr txBox="1"/>
          <p:nvPr>
            <p:ph idx="1" type="body"/>
          </p:nvPr>
        </p:nvSpPr>
        <p:spPr>
          <a:xfrm>
            <a:off x="228600" y="4707300"/>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3" name="Google Shape;153;p26"/>
          <p:cNvSpPr/>
          <p:nvPr>
            <p:ph idx="2" type="pic"/>
          </p:nvPr>
        </p:nvSpPr>
        <p:spPr>
          <a:xfrm>
            <a:off x="396875" y="644975"/>
            <a:ext cx="2685600" cy="2131800"/>
          </a:xfrm>
          <a:prstGeom prst="roundRect">
            <a:avLst>
              <a:gd fmla="val 16667" name="adj"/>
            </a:avLst>
          </a:prstGeom>
          <a:noFill/>
          <a:ln>
            <a:noFill/>
          </a:ln>
        </p:spPr>
      </p:sp>
      <p:sp>
        <p:nvSpPr>
          <p:cNvPr id="154" name="Google Shape;154;p26"/>
          <p:cNvSpPr/>
          <p:nvPr>
            <p:ph idx="3" type="pic"/>
          </p:nvPr>
        </p:nvSpPr>
        <p:spPr>
          <a:xfrm>
            <a:off x="3243990" y="644975"/>
            <a:ext cx="2685600" cy="2131800"/>
          </a:xfrm>
          <a:prstGeom prst="roundRect">
            <a:avLst>
              <a:gd fmla="val 16667" name="adj"/>
            </a:avLst>
          </a:prstGeom>
          <a:noFill/>
          <a:ln>
            <a:noFill/>
          </a:ln>
        </p:spPr>
      </p:sp>
      <p:sp>
        <p:nvSpPr>
          <p:cNvPr id="155" name="Google Shape;155;p26"/>
          <p:cNvSpPr/>
          <p:nvPr>
            <p:ph idx="4" type="pic"/>
          </p:nvPr>
        </p:nvSpPr>
        <p:spPr>
          <a:xfrm>
            <a:off x="6091104" y="644975"/>
            <a:ext cx="2685600" cy="2131800"/>
          </a:xfrm>
          <a:prstGeom prst="roundRect">
            <a:avLst>
              <a:gd fmla="val 16667" name="adj"/>
            </a:avLst>
          </a:prstGeom>
          <a:noFill/>
          <a:ln>
            <a:noFill/>
          </a:ln>
        </p:spPr>
      </p:sp>
      <p:sp>
        <p:nvSpPr>
          <p:cNvPr id="156" name="Google Shape;156;p26"/>
          <p:cNvSpPr txBox="1"/>
          <p:nvPr>
            <p:ph idx="5" type="title"/>
          </p:nvPr>
        </p:nvSpPr>
        <p:spPr>
          <a:xfrm>
            <a:off x="770225"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6"/>
          <p:cNvSpPr txBox="1"/>
          <p:nvPr>
            <p:ph idx="6" type="title"/>
          </p:nvPr>
        </p:nvSpPr>
        <p:spPr>
          <a:xfrm>
            <a:off x="3602700"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6"/>
          <p:cNvSpPr txBox="1"/>
          <p:nvPr>
            <p:ph idx="7" type="title"/>
          </p:nvPr>
        </p:nvSpPr>
        <p:spPr>
          <a:xfrm>
            <a:off x="6464454"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6"/>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1" type="titleOnly">
  <p:cSld name="TITLE_ONLY">
    <p:bg>
      <p:bgPr>
        <a:solidFill>
          <a:schemeClr val="dk1"/>
        </a:solidFill>
      </p:bgPr>
    </p:bg>
    <p:spTree>
      <p:nvGrpSpPr>
        <p:cNvPr id="160" name="Shape 160"/>
        <p:cNvGrpSpPr/>
        <p:nvPr/>
      </p:nvGrpSpPr>
      <p:grpSpPr>
        <a:xfrm>
          <a:off x="0" y="0"/>
          <a:ext cx="0" cy="0"/>
          <a:chOff x="0" y="0"/>
          <a:chExt cx="0" cy="0"/>
        </a:xfrm>
      </p:grpSpPr>
      <p:sp>
        <p:nvSpPr>
          <p:cNvPr id="161" name="Google Shape;161;p27"/>
          <p:cNvSpPr/>
          <p:nvPr/>
        </p:nvSpPr>
        <p:spPr>
          <a:xfrm>
            <a:off x="228600" y="223500"/>
            <a:ext cx="86871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2" name="Google Shape;162;p27"/>
          <p:cNvSpPr/>
          <p:nvPr/>
        </p:nvSpPr>
        <p:spPr>
          <a:xfrm>
            <a:off x="228600" y="223500"/>
            <a:ext cx="78003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3" name="Google Shape;163;p27"/>
          <p:cNvSpPr/>
          <p:nvPr/>
        </p:nvSpPr>
        <p:spPr>
          <a:xfrm>
            <a:off x="228600" y="223500"/>
            <a:ext cx="6842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4" name="Google Shape;164;p27"/>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65" name="Google Shape;165;p27"/>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66" name="Google Shape;166;p27"/>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7" name="Google Shape;167;p2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2">
  <p:cSld name="CUSTOM_11">
    <p:bg>
      <p:bgPr>
        <a:solidFill>
          <a:schemeClr val="dk1"/>
        </a:solidFill>
      </p:bgPr>
    </p:bg>
    <p:spTree>
      <p:nvGrpSpPr>
        <p:cNvPr id="168" name="Shape 168"/>
        <p:cNvGrpSpPr/>
        <p:nvPr/>
      </p:nvGrpSpPr>
      <p:grpSpPr>
        <a:xfrm>
          <a:off x="0" y="0"/>
          <a:ext cx="0" cy="0"/>
          <a:chOff x="0" y="0"/>
          <a:chExt cx="0" cy="0"/>
        </a:xfrm>
      </p:grpSpPr>
      <p:sp>
        <p:nvSpPr>
          <p:cNvPr id="169" name="Google Shape;169;p28"/>
          <p:cNvSpPr/>
          <p:nvPr/>
        </p:nvSpPr>
        <p:spPr>
          <a:xfrm>
            <a:off x="228600" y="223500"/>
            <a:ext cx="86871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0" name="Google Shape;170;p28"/>
          <p:cNvSpPr/>
          <p:nvPr/>
        </p:nvSpPr>
        <p:spPr>
          <a:xfrm>
            <a:off x="228600" y="223500"/>
            <a:ext cx="78003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1" name="Google Shape;171;p28"/>
          <p:cNvSpPr/>
          <p:nvPr/>
        </p:nvSpPr>
        <p:spPr>
          <a:xfrm>
            <a:off x="228600" y="223500"/>
            <a:ext cx="6842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2" name="Google Shape;172;p28"/>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73" name="Google Shape;173;p28"/>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74" name="Google Shape;174;p28"/>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5" name="Google Shape;175;p2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3">
  <p:cSld name="CUSTOM_12">
    <p:bg>
      <p:bgPr>
        <a:solidFill>
          <a:schemeClr val="dk1"/>
        </a:solidFill>
      </p:bgPr>
    </p:bg>
    <p:spTree>
      <p:nvGrpSpPr>
        <p:cNvPr id="176" name="Shape 176"/>
        <p:cNvGrpSpPr/>
        <p:nvPr/>
      </p:nvGrpSpPr>
      <p:grpSpPr>
        <a:xfrm>
          <a:off x="0" y="0"/>
          <a:ext cx="0" cy="0"/>
          <a:chOff x="0" y="0"/>
          <a:chExt cx="0" cy="0"/>
        </a:xfrm>
      </p:grpSpPr>
      <p:sp>
        <p:nvSpPr>
          <p:cNvPr id="177" name="Google Shape;177;p29"/>
          <p:cNvSpPr/>
          <p:nvPr/>
        </p:nvSpPr>
        <p:spPr>
          <a:xfrm>
            <a:off x="228600" y="223500"/>
            <a:ext cx="86871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8" name="Google Shape;178;p29"/>
          <p:cNvSpPr/>
          <p:nvPr/>
        </p:nvSpPr>
        <p:spPr>
          <a:xfrm>
            <a:off x="228600" y="223500"/>
            <a:ext cx="78003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9" name="Google Shape;179;p29"/>
          <p:cNvSpPr/>
          <p:nvPr/>
        </p:nvSpPr>
        <p:spPr>
          <a:xfrm>
            <a:off x="228600" y="223500"/>
            <a:ext cx="6842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0" name="Google Shape;180;p29"/>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81" name="Google Shape;181;p29"/>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82" name="Google Shape;182;p29"/>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83" name="Google Shape;183;p29"/>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atin typeface="Public Sans Medium"/>
                <a:ea typeface="Public Sans Medium"/>
                <a:cs typeface="Public Sans Medium"/>
                <a:sym typeface="Public Sans Medium"/>
              </a:defRPr>
            </a:lvl1pPr>
            <a:lvl2pPr lvl="1">
              <a:buNone/>
              <a:defRPr>
                <a:latin typeface="Public Sans Medium"/>
                <a:ea typeface="Public Sans Medium"/>
                <a:cs typeface="Public Sans Medium"/>
                <a:sym typeface="Public Sans Medium"/>
              </a:defRPr>
            </a:lvl2pPr>
            <a:lvl3pPr lvl="2">
              <a:buNone/>
              <a:defRPr>
                <a:latin typeface="Public Sans Medium"/>
                <a:ea typeface="Public Sans Medium"/>
                <a:cs typeface="Public Sans Medium"/>
                <a:sym typeface="Public Sans Medium"/>
              </a:defRPr>
            </a:lvl3pPr>
            <a:lvl4pPr lvl="3">
              <a:buNone/>
              <a:defRPr>
                <a:latin typeface="Public Sans Medium"/>
                <a:ea typeface="Public Sans Medium"/>
                <a:cs typeface="Public Sans Medium"/>
                <a:sym typeface="Public Sans Medium"/>
              </a:defRPr>
            </a:lvl4pPr>
            <a:lvl5pPr lvl="4">
              <a:buNone/>
              <a:defRPr>
                <a:latin typeface="Public Sans Medium"/>
                <a:ea typeface="Public Sans Medium"/>
                <a:cs typeface="Public Sans Medium"/>
                <a:sym typeface="Public Sans Medium"/>
              </a:defRPr>
            </a:lvl5pPr>
            <a:lvl6pPr lvl="5">
              <a:buNone/>
              <a:defRPr>
                <a:latin typeface="Public Sans Medium"/>
                <a:ea typeface="Public Sans Medium"/>
                <a:cs typeface="Public Sans Medium"/>
                <a:sym typeface="Public Sans Medium"/>
              </a:defRPr>
            </a:lvl6pPr>
            <a:lvl7pPr lvl="6">
              <a:buNone/>
              <a:defRPr>
                <a:latin typeface="Public Sans Medium"/>
                <a:ea typeface="Public Sans Medium"/>
                <a:cs typeface="Public Sans Medium"/>
                <a:sym typeface="Public Sans Medium"/>
              </a:defRPr>
            </a:lvl7pPr>
            <a:lvl8pPr lvl="7">
              <a:buNone/>
              <a:defRPr>
                <a:latin typeface="Public Sans Medium"/>
                <a:ea typeface="Public Sans Medium"/>
                <a:cs typeface="Public Sans Medium"/>
                <a:sym typeface="Public Sans Medium"/>
              </a:defRPr>
            </a:lvl8pPr>
            <a:lvl9pPr lvl="8">
              <a:buNone/>
              <a:defRPr>
                <a:latin typeface="Public Sans Medium"/>
                <a:ea typeface="Public Sans Medium"/>
                <a:cs typeface="Public Sans Medium"/>
                <a:sym typeface="Public Sans Medium"/>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ny Overview">
  <p:cSld name="ONE_COLUMN_TEXT">
    <p:bg>
      <p:bgPr>
        <a:solidFill>
          <a:schemeClr val="dk1"/>
        </a:solidFill>
      </p:bgPr>
    </p:bg>
    <p:spTree>
      <p:nvGrpSpPr>
        <p:cNvPr id="185" name="Shape 185"/>
        <p:cNvGrpSpPr/>
        <p:nvPr/>
      </p:nvGrpSpPr>
      <p:grpSpPr>
        <a:xfrm>
          <a:off x="0" y="0"/>
          <a:ext cx="0" cy="0"/>
          <a:chOff x="0" y="0"/>
          <a:chExt cx="0" cy="0"/>
        </a:xfrm>
      </p:grpSpPr>
      <p:sp>
        <p:nvSpPr>
          <p:cNvPr id="186" name="Google Shape;186;p30"/>
          <p:cNvSpPr/>
          <p:nvPr/>
        </p:nvSpPr>
        <p:spPr>
          <a:xfrm>
            <a:off x="3899425" y="223500"/>
            <a:ext cx="50160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7" name="Google Shape;187;p30"/>
          <p:cNvSpPr/>
          <p:nvPr>
            <p:ph idx="2" type="pic"/>
          </p:nvPr>
        </p:nvSpPr>
        <p:spPr>
          <a:xfrm>
            <a:off x="228600" y="223500"/>
            <a:ext cx="3547800" cy="3302100"/>
          </a:xfrm>
          <a:prstGeom prst="roundRect">
            <a:avLst>
              <a:gd fmla="val 9186" name="adj"/>
            </a:avLst>
          </a:prstGeom>
          <a:noFill/>
          <a:ln>
            <a:noFill/>
          </a:ln>
        </p:spPr>
      </p:sp>
      <p:sp>
        <p:nvSpPr>
          <p:cNvPr id="188" name="Google Shape;188;p30"/>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189" name="Google Shape;189;p3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0" name="Google Shape;190;p30"/>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1" name="Google Shape;191;p30"/>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2" name="Google Shape;192;p30"/>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3" name="Google Shape;193;p30"/>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4" name="Google Shape;194;p30"/>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5" name="Google Shape;195;p30"/>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30"/>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7" name="Google Shape;197;p30"/>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3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amp; Outcomes">
  <p:cSld name="MAIN_POINT">
    <p:bg>
      <p:bgPr>
        <a:solidFill>
          <a:schemeClr val="dk1"/>
        </a:solidFill>
      </p:bgPr>
    </p:bg>
    <p:spTree>
      <p:nvGrpSpPr>
        <p:cNvPr id="199" name="Shape 199"/>
        <p:cNvGrpSpPr/>
        <p:nvPr/>
      </p:nvGrpSpPr>
      <p:grpSpPr>
        <a:xfrm>
          <a:off x="0" y="0"/>
          <a:ext cx="0" cy="0"/>
          <a:chOff x="0" y="0"/>
          <a:chExt cx="0" cy="0"/>
        </a:xfrm>
      </p:grpSpPr>
      <p:sp>
        <p:nvSpPr>
          <p:cNvPr id="200" name="Google Shape;200;p31"/>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01" name="Google Shape;201;p3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31"/>
          <p:cNvSpPr txBox="1"/>
          <p:nvPr>
            <p:ph idx="2" type="subTitle"/>
          </p:nvPr>
        </p:nvSpPr>
        <p:spPr>
          <a:xfrm>
            <a:off x="5380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1"/>
          <p:cNvSpPr txBox="1"/>
          <p:nvPr>
            <p:ph idx="3" type="body"/>
          </p:nvPr>
        </p:nvSpPr>
        <p:spPr>
          <a:xfrm>
            <a:off x="5380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4" name="Google Shape;204;p31"/>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05" name="Google Shape;205;p31"/>
          <p:cNvSpPr txBox="1"/>
          <p:nvPr>
            <p:ph idx="4" type="subTitle"/>
          </p:nvPr>
        </p:nvSpPr>
        <p:spPr>
          <a:xfrm>
            <a:off x="5380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31"/>
          <p:cNvSpPr txBox="1"/>
          <p:nvPr>
            <p:ph idx="5" type="body"/>
          </p:nvPr>
        </p:nvSpPr>
        <p:spPr>
          <a:xfrm>
            <a:off x="538050" y="1521355"/>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7" name="Google Shape;207;p31"/>
          <p:cNvSpPr txBox="1"/>
          <p:nvPr>
            <p:ph idx="6" type="subTitle"/>
          </p:nvPr>
        </p:nvSpPr>
        <p:spPr>
          <a:xfrm>
            <a:off x="538050" y="2130802"/>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31"/>
          <p:cNvSpPr txBox="1"/>
          <p:nvPr>
            <p:ph idx="7" type="body"/>
          </p:nvPr>
        </p:nvSpPr>
        <p:spPr>
          <a:xfrm>
            <a:off x="538050" y="242767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31"/>
          <p:cNvSpPr txBox="1"/>
          <p:nvPr>
            <p:ph idx="8" type="subTitle"/>
          </p:nvPr>
        </p:nvSpPr>
        <p:spPr>
          <a:xfrm>
            <a:off x="538050" y="3037130"/>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1"/>
          <p:cNvSpPr txBox="1"/>
          <p:nvPr>
            <p:ph idx="9" type="body"/>
          </p:nvPr>
        </p:nvSpPr>
        <p:spPr>
          <a:xfrm>
            <a:off x="538050" y="333400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31"/>
          <p:cNvSpPr/>
          <p:nvPr/>
        </p:nvSpPr>
        <p:spPr>
          <a:xfrm>
            <a:off x="4633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12" name="Google Shape;212;p31"/>
          <p:cNvSpPr txBox="1"/>
          <p:nvPr>
            <p:ph idx="13" type="body"/>
          </p:nvPr>
        </p:nvSpPr>
        <p:spPr>
          <a:xfrm>
            <a:off x="49829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3" name="Google Shape;213;p31"/>
          <p:cNvSpPr txBox="1"/>
          <p:nvPr>
            <p:ph idx="14"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14" name="Google Shape;214;p31"/>
          <p:cNvSpPr txBox="1"/>
          <p:nvPr>
            <p:ph idx="15" type="subTitle"/>
          </p:nvPr>
        </p:nvSpPr>
        <p:spPr>
          <a:xfrm>
            <a:off x="49829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31"/>
          <p:cNvSpPr txBox="1"/>
          <p:nvPr>
            <p:ph idx="16" type="body"/>
          </p:nvPr>
        </p:nvSpPr>
        <p:spPr>
          <a:xfrm>
            <a:off x="4982950" y="1521354"/>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6" name="Google Shape;216;p31"/>
          <p:cNvSpPr txBox="1"/>
          <p:nvPr>
            <p:ph idx="17" type="subTitle"/>
          </p:nvPr>
        </p:nvSpPr>
        <p:spPr>
          <a:xfrm>
            <a:off x="4982950" y="2130801"/>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1"/>
          <p:cNvSpPr txBox="1"/>
          <p:nvPr>
            <p:ph idx="18" type="body"/>
          </p:nvPr>
        </p:nvSpPr>
        <p:spPr>
          <a:xfrm>
            <a:off x="4982950" y="242767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3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
        <p:nvSpPr>
          <p:cNvPr id="219" name="Google Shape;219;p31"/>
          <p:cNvSpPr txBox="1"/>
          <p:nvPr>
            <p:ph idx="19" type="subTitle"/>
          </p:nvPr>
        </p:nvSpPr>
        <p:spPr>
          <a:xfrm>
            <a:off x="4982950" y="3037129"/>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1"/>
          <p:cNvSpPr txBox="1"/>
          <p:nvPr>
            <p:ph idx="20" type="body"/>
          </p:nvPr>
        </p:nvSpPr>
        <p:spPr>
          <a:xfrm>
            <a:off x="4982950" y="3333998"/>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31"/>
          <p:cNvSpPr txBox="1"/>
          <p:nvPr>
            <p:ph idx="21" type="subTitle"/>
          </p:nvPr>
        </p:nvSpPr>
        <p:spPr>
          <a:xfrm>
            <a:off x="49829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We Work">
  <p:cSld name="SECTION_TITLE_AND_DESCRIPTION">
    <p:bg>
      <p:bgPr>
        <a:solidFill>
          <a:schemeClr val="dk1"/>
        </a:solidFill>
      </p:bgPr>
    </p:bg>
    <p:spTree>
      <p:nvGrpSpPr>
        <p:cNvPr id="222" name="Shape 222"/>
        <p:cNvGrpSpPr/>
        <p:nvPr/>
      </p:nvGrpSpPr>
      <p:grpSpPr>
        <a:xfrm>
          <a:off x="0" y="0"/>
          <a:ext cx="0" cy="0"/>
          <a:chOff x="0" y="0"/>
          <a:chExt cx="0" cy="0"/>
        </a:xfrm>
      </p:grpSpPr>
      <p:sp>
        <p:nvSpPr>
          <p:cNvPr id="223" name="Google Shape;223;p32"/>
          <p:cNvSpPr/>
          <p:nvPr/>
        </p:nvSpPr>
        <p:spPr>
          <a:xfrm>
            <a:off x="226275" y="223500"/>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4" name="Google Shape;224;p32"/>
          <p:cNvSpPr/>
          <p:nvPr/>
        </p:nvSpPr>
        <p:spPr>
          <a:xfrm>
            <a:off x="3165850" y="223500"/>
            <a:ext cx="2813700" cy="3706800"/>
          </a:xfrm>
          <a:prstGeom prst="roundRect">
            <a:avLst>
              <a:gd fmla="val 1413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5" name="Google Shape;225;p32"/>
          <p:cNvSpPr/>
          <p:nvPr>
            <p:ph idx="2" type="pic"/>
          </p:nvPr>
        </p:nvSpPr>
        <p:spPr>
          <a:xfrm>
            <a:off x="228675" y="1535050"/>
            <a:ext cx="2813700" cy="2395200"/>
          </a:xfrm>
          <a:prstGeom prst="roundRect">
            <a:avLst>
              <a:gd fmla="val 16667" name="adj"/>
            </a:avLst>
          </a:prstGeom>
          <a:noFill/>
          <a:ln>
            <a:noFill/>
          </a:ln>
        </p:spPr>
      </p:sp>
      <p:sp>
        <p:nvSpPr>
          <p:cNvPr id="226" name="Google Shape;226;p32"/>
          <p:cNvSpPr/>
          <p:nvPr/>
        </p:nvSpPr>
        <p:spPr>
          <a:xfrm>
            <a:off x="6103025" y="2763825"/>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7" name="Google Shape;227;p32"/>
          <p:cNvSpPr/>
          <p:nvPr>
            <p:ph idx="3" type="pic"/>
          </p:nvPr>
        </p:nvSpPr>
        <p:spPr>
          <a:xfrm>
            <a:off x="6105350" y="223500"/>
            <a:ext cx="2813700" cy="2395200"/>
          </a:xfrm>
          <a:prstGeom prst="roundRect">
            <a:avLst>
              <a:gd fmla="val 16667" name="adj"/>
            </a:avLst>
          </a:prstGeom>
          <a:noFill/>
          <a:ln>
            <a:noFill/>
          </a:ln>
        </p:spPr>
      </p:sp>
      <p:sp>
        <p:nvSpPr>
          <p:cNvPr id="228" name="Google Shape;228;p32"/>
          <p:cNvSpPr txBox="1"/>
          <p:nvPr>
            <p:ph idx="1" type="subTitle"/>
          </p:nvPr>
        </p:nvSpPr>
        <p:spPr>
          <a:xfrm>
            <a:off x="210100" y="4062125"/>
            <a:ext cx="4860600" cy="645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29" name="Google Shape;229;p32"/>
          <p:cNvSpPr txBox="1"/>
          <p:nvPr>
            <p:ph idx="4" type="subTitle"/>
          </p:nvPr>
        </p:nvSpPr>
        <p:spPr>
          <a:xfrm>
            <a:off x="415725" y="291000"/>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32"/>
          <p:cNvSpPr txBox="1"/>
          <p:nvPr>
            <p:ph idx="5" type="subTitle"/>
          </p:nvPr>
        </p:nvSpPr>
        <p:spPr>
          <a:xfrm>
            <a:off x="6292475" y="2831325"/>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2"/>
          <p:cNvSpPr txBox="1"/>
          <p:nvPr>
            <p:ph type="title"/>
          </p:nvPr>
        </p:nvSpPr>
        <p:spPr>
          <a:xfrm>
            <a:off x="3357469" y="375900"/>
            <a:ext cx="2492700" cy="1009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32" name="Google Shape;232;p32"/>
          <p:cNvSpPr txBox="1"/>
          <p:nvPr>
            <p:ph idx="6" type="body"/>
          </p:nvPr>
        </p:nvSpPr>
        <p:spPr>
          <a:xfrm>
            <a:off x="3321050" y="1395000"/>
            <a:ext cx="2384400" cy="239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3" name="Google Shape;233;p32"/>
          <p:cNvSpPr txBox="1"/>
          <p:nvPr>
            <p:ph idx="7"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34" name="Google Shape;234;p3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APTION_ONLY">
    <p:bg>
      <p:bgPr>
        <a:solidFill>
          <a:schemeClr val="dk1"/>
        </a:solidFill>
      </p:bgPr>
    </p:bg>
    <p:spTree>
      <p:nvGrpSpPr>
        <p:cNvPr id="235" name="Shape 235"/>
        <p:cNvGrpSpPr/>
        <p:nvPr/>
      </p:nvGrpSpPr>
      <p:grpSpPr>
        <a:xfrm>
          <a:off x="0" y="0"/>
          <a:ext cx="0" cy="0"/>
          <a:chOff x="0" y="0"/>
          <a:chExt cx="0" cy="0"/>
        </a:xfrm>
      </p:grpSpPr>
      <p:sp>
        <p:nvSpPr>
          <p:cNvPr id="236" name="Google Shape;236;p33"/>
          <p:cNvSpPr txBox="1"/>
          <p:nvPr>
            <p:ph idx="1" type="subTitle"/>
          </p:nvPr>
        </p:nvSpPr>
        <p:spPr>
          <a:xfrm>
            <a:off x="228600" y="3858425"/>
            <a:ext cx="2202600" cy="849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37" name="Google Shape;237;p33"/>
          <p:cNvSpPr/>
          <p:nvPr>
            <p:ph idx="2" type="pic"/>
          </p:nvPr>
        </p:nvSpPr>
        <p:spPr>
          <a:xfrm>
            <a:off x="3351555" y="177475"/>
            <a:ext cx="1150800" cy="1150800"/>
          </a:xfrm>
          <a:prstGeom prst="roundRect">
            <a:avLst>
              <a:gd fmla="val 16667" name="adj"/>
            </a:avLst>
          </a:prstGeom>
          <a:noFill/>
          <a:ln>
            <a:noFill/>
          </a:ln>
        </p:spPr>
      </p:sp>
      <p:sp>
        <p:nvSpPr>
          <p:cNvPr id="238" name="Google Shape;238;p33"/>
          <p:cNvSpPr/>
          <p:nvPr>
            <p:ph idx="3" type="pic"/>
          </p:nvPr>
        </p:nvSpPr>
        <p:spPr>
          <a:xfrm>
            <a:off x="4641661" y="177475"/>
            <a:ext cx="1150800" cy="1150800"/>
          </a:xfrm>
          <a:prstGeom prst="roundRect">
            <a:avLst>
              <a:gd fmla="val 16667" name="adj"/>
            </a:avLst>
          </a:prstGeom>
          <a:noFill/>
          <a:ln>
            <a:noFill/>
          </a:ln>
        </p:spPr>
      </p:sp>
      <p:sp>
        <p:nvSpPr>
          <p:cNvPr id="239" name="Google Shape;239;p33"/>
          <p:cNvSpPr/>
          <p:nvPr>
            <p:ph idx="4" type="pic"/>
          </p:nvPr>
        </p:nvSpPr>
        <p:spPr>
          <a:xfrm>
            <a:off x="2061450" y="1818190"/>
            <a:ext cx="1150800" cy="1150800"/>
          </a:xfrm>
          <a:prstGeom prst="roundRect">
            <a:avLst>
              <a:gd fmla="val 16667" name="adj"/>
            </a:avLst>
          </a:prstGeom>
          <a:noFill/>
          <a:ln>
            <a:noFill/>
          </a:ln>
        </p:spPr>
      </p:sp>
      <p:sp>
        <p:nvSpPr>
          <p:cNvPr id="240" name="Google Shape;240;p33"/>
          <p:cNvSpPr/>
          <p:nvPr>
            <p:ph idx="5" type="pic"/>
          </p:nvPr>
        </p:nvSpPr>
        <p:spPr>
          <a:xfrm>
            <a:off x="3351555" y="1818190"/>
            <a:ext cx="1150800" cy="1150800"/>
          </a:xfrm>
          <a:prstGeom prst="roundRect">
            <a:avLst>
              <a:gd fmla="val 16667" name="adj"/>
            </a:avLst>
          </a:prstGeom>
          <a:noFill/>
          <a:ln>
            <a:noFill/>
          </a:ln>
        </p:spPr>
      </p:sp>
      <p:sp>
        <p:nvSpPr>
          <p:cNvPr id="241" name="Google Shape;241;p33"/>
          <p:cNvSpPr/>
          <p:nvPr>
            <p:ph idx="6" type="pic"/>
          </p:nvPr>
        </p:nvSpPr>
        <p:spPr>
          <a:xfrm>
            <a:off x="4641661" y="1818190"/>
            <a:ext cx="1150800" cy="1150800"/>
          </a:xfrm>
          <a:prstGeom prst="roundRect">
            <a:avLst>
              <a:gd fmla="val 16667" name="adj"/>
            </a:avLst>
          </a:prstGeom>
          <a:noFill/>
          <a:ln>
            <a:noFill/>
          </a:ln>
        </p:spPr>
      </p:sp>
      <p:sp>
        <p:nvSpPr>
          <p:cNvPr id="242" name="Google Shape;242;p33"/>
          <p:cNvSpPr/>
          <p:nvPr>
            <p:ph idx="7" type="pic"/>
          </p:nvPr>
        </p:nvSpPr>
        <p:spPr>
          <a:xfrm>
            <a:off x="5931766" y="1818190"/>
            <a:ext cx="1150800" cy="1150800"/>
          </a:xfrm>
          <a:prstGeom prst="roundRect">
            <a:avLst>
              <a:gd fmla="val 16667" name="adj"/>
            </a:avLst>
          </a:prstGeom>
          <a:noFill/>
          <a:ln>
            <a:noFill/>
          </a:ln>
        </p:spPr>
      </p:sp>
      <p:sp>
        <p:nvSpPr>
          <p:cNvPr id="243" name="Google Shape;243;p33"/>
          <p:cNvSpPr txBox="1"/>
          <p:nvPr>
            <p:ph idx="8" type="body"/>
          </p:nvPr>
        </p:nvSpPr>
        <p:spPr>
          <a:xfrm>
            <a:off x="33515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4" name="Google Shape;244;p33"/>
          <p:cNvSpPr txBox="1"/>
          <p:nvPr>
            <p:ph idx="9" type="body"/>
          </p:nvPr>
        </p:nvSpPr>
        <p:spPr>
          <a:xfrm>
            <a:off x="46416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5" name="Google Shape;245;p33"/>
          <p:cNvSpPr txBox="1"/>
          <p:nvPr>
            <p:ph idx="13" type="body"/>
          </p:nvPr>
        </p:nvSpPr>
        <p:spPr>
          <a:xfrm>
            <a:off x="20614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6" name="Google Shape;246;p33"/>
          <p:cNvSpPr txBox="1"/>
          <p:nvPr>
            <p:ph idx="14" type="body"/>
          </p:nvPr>
        </p:nvSpPr>
        <p:spPr>
          <a:xfrm>
            <a:off x="33515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7" name="Google Shape;247;p33"/>
          <p:cNvSpPr txBox="1"/>
          <p:nvPr>
            <p:ph idx="15" type="body"/>
          </p:nvPr>
        </p:nvSpPr>
        <p:spPr>
          <a:xfrm>
            <a:off x="4641650"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8" name="Google Shape;248;p33"/>
          <p:cNvSpPr txBox="1"/>
          <p:nvPr>
            <p:ph idx="16" type="body"/>
          </p:nvPr>
        </p:nvSpPr>
        <p:spPr>
          <a:xfrm>
            <a:off x="5931775"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9" name="Google Shape;249;p33"/>
          <p:cNvSpPr/>
          <p:nvPr>
            <p:ph idx="17" type="pic"/>
          </p:nvPr>
        </p:nvSpPr>
        <p:spPr>
          <a:xfrm>
            <a:off x="2706505" y="3468915"/>
            <a:ext cx="1150800" cy="1150800"/>
          </a:xfrm>
          <a:prstGeom prst="roundRect">
            <a:avLst>
              <a:gd fmla="val 16667" name="adj"/>
            </a:avLst>
          </a:prstGeom>
          <a:noFill/>
          <a:ln>
            <a:noFill/>
          </a:ln>
        </p:spPr>
      </p:sp>
      <p:sp>
        <p:nvSpPr>
          <p:cNvPr id="250" name="Google Shape;250;p33"/>
          <p:cNvSpPr/>
          <p:nvPr>
            <p:ph idx="18" type="pic"/>
          </p:nvPr>
        </p:nvSpPr>
        <p:spPr>
          <a:xfrm>
            <a:off x="3996611" y="3468915"/>
            <a:ext cx="1150800" cy="1150800"/>
          </a:xfrm>
          <a:prstGeom prst="roundRect">
            <a:avLst>
              <a:gd fmla="val 16667" name="adj"/>
            </a:avLst>
          </a:prstGeom>
          <a:noFill/>
          <a:ln>
            <a:noFill/>
          </a:ln>
        </p:spPr>
      </p:sp>
      <p:sp>
        <p:nvSpPr>
          <p:cNvPr id="251" name="Google Shape;251;p33"/>
          <p:cNvSpPr/>
          <p:nvPr>
            <p:ph idx="19" type="pic"/>
          </p:nvPr>
        </p:nvSpPr>
        <p:spPr>
          <a:xfrm>
            <a:off x="5286716" y="3468915"/>
            <a:ext cx="1150800" cy="1150800"/>
          </a:xfrm>
          <a:prstGeom prst="roundRect">
            <a:avLst>
              <a:gd fmla="val 16667" name="adj"/>
            </a:avLst>
          </a:prstGeom>
          <a:noFill/>
          <a:ln>
            <a:noFill/>
          </a:ln>
        </p:spPr>
      </p:sp>
      <p:sp>
        <p:nvSpPr>
          <p:cNvPr id="252" name="Google Shape;252;p33"/>
          <p:cNvSpPr txBox="1"/>
          <p:nvPr>
            <p:ph idx="20" type="body"/>
          </p:nvPr>
        </p:nvSpPr>
        <p:spPr>
          <a:xfrm>
            <a:off x="2706475" y="462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3" name="Google Shape;253;p33"/>
          <p:cNvSpPr txBox="1"/>
          <p:nvPr>
            <p:ph idx="21" type="body"/>
          </p:nvPr>
        </p:nvSpPr>
        <p:spPr>
          <a:xfrm>
            <a:off x="3996600"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4" name="Google Shape;254;p33"/>
          <p:cNvSpPr txBox="1"/>
          <p:nvPr>
            <p:ph idx="22" type="body"/>
          </p:nvPr>
        </p:nvSpPr>
        <p:spPr>
          <a:xfrm>
            <a:off x="5286725"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5" name="Google Shape;255;p33"/>
          <p:cNvSpPr txBox="1"/>
          <p:nvPr>
            <p:ph idx="2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6" name="Google Shape;256;p3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e Overview">
  <p:cSld name="BIG_NUMBER">
    <p:bg>
      <p:bgPr>
        <a:solidFill>
          <a:schemeClr val="dk1"/>
        </a:solidFill>
      </p:bgPr>
    </p:bg>
    <p:spTree>
      <p:nvGrpSpPr>
        <p:cNvPr id="257" name="Shape 257"/>
        <p:cNvGrpSpPr/>
        <p:nvPr/>
      </p:nvGrpSpPr>
      <p:grpSpPr>
        <a:xfrm>
          <a:off x="0" y="0"/>
          <a:ext cx="0" cy="0"/>
          <a:chOff x="0" y="0"/>
          <a:chExt cx="0" cy="0"/>
        </a:xfrm>
      </p:grpSpPr>
      <p:sp>
        <p:nvSpPr>
          <p:cNvPr id="258" name="Google Shape;258;p34"/>
          <p:cNvSpPr/>
          <p:nvPr/>
        </p:nvSpPr>
        <p:spPr>
          <a:xfrm>
            <a:off x="228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59" name="Google Shape;259;p3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0" name="Google Shape;260;p34"/>
          <p:cNvSpPr txBox="1"/>
          <p:nvPr>
            <p:ph idx="2" type="body"/>
          </p:nvPr>
        </p:nvSpPr>
        <p:spPr>
          <a:xfrm>
            <a:off x="5373925" y="3376450"/>
            <a:ext cx="3541500" cy="10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1" name="Google Shape;261;p34"/>
          <p:cNvSpPr txBox="1"/>
          <p:nvPr>
            <p:ph idx="3" type="body"/>
          </p:nvPr>
        </p:nvSpPr>
        <p:spPr>
          <a:xfrm>
            <a:off x="280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34"/>
          <p:cNvSpPr/>
          <p:nvPr/>
        </p:nvSpPr>
        <p:spPr>
          <a:xfrm>
            <a:off x="2431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3" name="Google Shape;263;p34"/>
          <p:cNvSpPr txBox="1"/>
          <p:nvPr>
            <p:ph idx="4" type="body"/>
          </p:nvPr>
        </p:nvSpPr>
        <p:spPr>
          <a:xfrm>
            <a:off x="2482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34"/>
          <p:cNvSpPr/>
          <p:nvPr/>
        </p:nvSpPr>
        <p:spPr>
          <a:xfrm>
            <a:off x="4633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5" name="Google Shape;265;p34"/>
          <p:cNvSpPr txBox="1"/>
          <p:nvPr>
            <p:ph idx="5" type="body"/>
          </p:nvPr>
        </p:nvSpPr>
        <p:spPr>
          <a:xfrm>
            <a:off x="4685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34"/>
          <p:cNvSpPr/>
          <p:nvPr/>
        </p:nvSpPr>
        <p:spPr>
          <a:xfrm>
            <a:off x="6836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7" name="Google Shape;267;p34"/>
          <p:cNvSpPr txBox="1"/>
          <p:nvPr>
            <p:ph idx="6" type="body"/>
          </p:nvPr>
        </p:nvSpPr>
        <p:spPr>
          <a:xfrm>
            <a:off x="6887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8" name="Google Shape;268;p34"/>
          <p:cNvSpPr txBox="1"/>
          <p:nvPr>
            <p:ph idx="7" type="subTitle"/>
          </p:nvPr>
        </p:nvSpPr>
        <p:spPr>
          <a:xfrm>
            <a:off x="280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34"/>
          <p:cNvSpPr txBox="1"/>
          <p:nvPr>
            <p:ph idx="8" type="subTitle"/>
          </p:nvPr>
        </p:nvSpPr>
        <p:spPr>
          <a:xfrm>
            <a:off x="2482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34"/>
          <p:cNvSpPr txBox="1"/>
          <p:nvPr>
            <p:ph idx="9" type="subTitle"/>
          </p:nvPr>
        </p:nvSpPr>
        <p:spPr>
          <a:xfrm>
            <a:off x="4685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4"/>
          <p:cNvSpPr txBox="1"/>
          <p:nvPr>
            <p:ph idx="13" type="subTitle"/>
          </p:nvPr>
        </p:nvSpPr>
        <p:spPr>
          <a:xfrm>
            <a:off x="6887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4"/>
          <p:cNvSpPr txBox="1"/>
          <p:nvPr>
            <p:ph idx="14"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3" name="Google Shape;273;p3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Rules" type="blank">
  <p:cSld name="BLANK">
    <p:bg>
      <p:bgPr>
        <a:solidFill>
          <a:schemeClr val="dk1"/>
        </a:solidFill>
      </p:bgPr>
    </p:bg>
    <p:spTree>
      <p:nvGrpSpPr>
        <p:cNvPr id="274" name="Shape 274"/>
        <p:cNvGrpSpPr/>
        <p:nvPr/>
      </p:nvGrpSpPr>
      <p:grpSpPr>
        <a:xfrm>
          <a:off x="0" y="0"/>
          <a:ext cx="0" cy="0"/>
          <a:chOff x="0" y="0"/>
          <a:chExt cx="0" cy="0"/>
        </a:xfrm>
      </p:grpSpPr>
      <p:sp>
        <p:nvSpPr>
          <p:cNvPr id="275" name="Google Shape;275;p35"/>
          <p:cNvSpPr txBox="1"/>
          <p:nvPr>
            <p:ph idx="1" type="body"/>
          </p:nvPr>
        </p:nvSpPr>
        <p:spPr>
          <a:xfrm>
            <a:off x="228600" y="223500"/>
            <a:ext cx="4280700" cy="140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276" name="Google Shape;276;p35"/>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77" name="Google Shape;277;p35"/>
          <p:cNvSpPr txBox="1"/>
          <p:nvPr>
            <p:ph idx="3"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8" name="Google Shape;278;p35"/>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79" name="Google Shape;279;p35"/>
          <p:cNvSpPr txBox="1"/>
          <p:nvPr>
            <p:ph idx="4" type="subTitle"/>
          </p:nvPr>
        </p:nvSpPr>
        <p:spPr>
          <a:xfrm>
            <a:off x="4849425" y="125151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35"/>
          <p:cNvSpPr txBox="1"/>
          <p:nvPr>
            <p:ph idx="5" type="body"/>
          </p:nvPr>
        </p:nvSpPr>
        <p:spPr>
          <a:xfrm>
            <a:off x="4849488" y="1548391"/>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1" name="Google Shape;281;p35"/>
          <p:cNvSpPr txBox="1"/>
          <p:nvPr>
            <p:ph idx="6" type="subTitle"/>
          </p:nvPr>
        </p:nvSpPr>
        <p:spPr>
          <a:xfrm>
            <a:off x="4849425" y="2052387"/>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7" type="body"/>
          </p:nvPr>
        </p:nvSpPr>
        <p:spPr>
          <a:xfrm>
            <a:off x="4849488" y="2349257"/>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3" name="Google Shape;283;p35"/>
          <p:cNvSpPr txBox="1"/>
          <p:nvPr>
            <p:ph idx="8" type="subTitle"/>
          </p:nvPr>
        </p:nvSpPr>
        <p:spPr>
          <a:xfrm>
            <a:off x="4849425" y="285906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5"/>
          <p:cNvSpPr txBox="1"/>
          <p:nvPr>
            <p:ph idx="9" type="body"/>
          </p:nvPr>
        </p:nvSpPr>
        <p:spPr>
          <a:xfrm>
            <a:off x="4849488" y="315593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5" name="Google Shape;285;p35"/>
          <p:cNvSpPr txBox="1"/>
          <p:nvPr>
            <p:ph idx="13" type="subTitle"/>
          </p:nvPr>
        </p:nvSpPr>
        <p:spPr>
          <a:xfrm>
            <a:off x="4849425" y="3747093"/>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5"/>
          <p:cNvSpPr txBox="1"/>
          <p:nvPr>
            <p:ph idx="14" type="body"/>
          </p:nvPr>
        </p:nvSpPr>
        <p:spPr>
          <a:xfrm>
            <a:off x="4849488" y="4043962"/>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7" name="Google Shape;287;p35"/>
          <p:cNvSpPr txBox="1"/>
          <p:nvPr>
            <p:ph idx="15" type="subTitle"/>
          </p:nvPr>
        </p:nvSpPr>
        <p:spPr>
          <a:xfrm>
            <a:off x="4849425" y="450638"/>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5"/>
          <p:cNvSpPr txBox="1"/>
          <p:nvPr>
            <p:ph idx="16" type="body"/>
          </p:nvPr>
        </p:nvSpPr>
        <p:spPr>
          <a:xfrm>
            <a:off x="4849488" y="74751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9" name="Google Shape;289;p3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
    <p:bg>
      <p:bgPr>
        <a:solidFill>
          <a:schemeClr val="dk1"/>
        </a:solidFill>
      </p:bgPr>
    </p:bg>
    <p:spTree>
      <p:nvGrpSpPr>
        <p:cNvPr id="290" name="Shape 290"/>
        <p:cNvGrpSpPr/>
        <p:nvPr/>
      </p:nvGrpSpPr>
      <p:grpSpPr>
        <a:xfrm>
          <a:off x="0" y="0"/>
          <a:ext cx="0" cy="0"/>
          <a:chOff x="0" y="0"/>
          <a:chExt cx="0" cy="0"/>
        </a:xfrm>
      </p:grpSpPr>
      <p:sp>
        <p:nvSpPr>
          <p:cNvPr id="291" name="Google Shape;291;p36"/>
          <p:cNvSpPr txBox="1"/>
          <p:nvPr>
            <p:ph type="title"/>
          </p:nvPr>
        </p:nvSpPr>
        <p:spPr>
          <a:xfrm>
            <a:off x="962775" y="223500"/>
            <a:ext cx="7952700" cy="2046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9600"/>
              <a:buNone/>
              <a:defRPr b="1" sz="9600">
                <a:solidFill>
                  <a:schemeClr val="lt1"/>
                </a:solidFill>
              </a:defRPr>
            </a:lvl1pPr>
            <a:lvl2pPr lvl="1">
              <a:lnSpc>
                <a:spcPct val="80000"/>
              </a:lnSpc>
              <a:spcBef>
                <a:spcPts val="0"/>
              </a:spcBef>
              <a:spcAft>
                <a:spcPts val="0"/>
              </a:spcAft>
              <a:buClr>
                <a:schemeClr val="lt1"/>
              </a:buClr>
              <a:buSzPts val="9600"/>
              <a:buFont typeface="Public Sans"/>
              <a:buNone/>
              <a:defRPr b="1" sz="9600">
                <a:solidFill>
                  <a:schemeClr val="lt1"/>
                </a:solidFill>
              </a:defRPr>
            </a:lvl2pPr>
            <a:lvl3pPr lvl="2">
              <a:lnSpc>
                <a:spcPct val="80000"/>
              </a:lnSpc>
              <a:spcBef>
                <a:spcPts val="0"/>
              </a:spcBef>
              <a:spcAft>
                <a:spcPts val="0"/>
              </a:spcAft>
              <a:buClr>
                <a:schemeClr val="lt1"/>
              </a:buClr>
              <a:buSzPts val="9600"/>
              <a:buFont typeface="Public Sans"/>
              <a:buNone/>
              <a:defRPr b="1" sz="9600">
                <a:solidFill>
                  <a:schemeClr val="lt1"/>
                </a:solidFill>
              </a:defRPr>
            </a:lvl3pPr>
            <a:lvl4pPr lvl="3">
              <a:lnSpc>
                <a:spcPct val="80000"/>
              </a:lnSpc>
              <a:spcBef>
                <a:spcPts val="0"/>
              </a:spcBef>
              <a:spcAft>
                <a:spcPts val="0"/>
              </a:spcAft>
              <a:buClr>
                <a:schemeClr val="lt1"/>
              </a:buClr>
              <a:buSzPts val="9600"/>
              <a:buFont typeface="Public Sans"/>
              <a:buNone/>
              <a:defRPr b="1" sz="9600">
                <a:solidFill>
                  <a:schemeClr val="lt1"/>
                </a:solidFill>
              </a:defRPr>
            </a:lvl4pPr>
            <a:lvl5pPr lvl="4">
              <a:lnSpc>
                <a:spcPct val="80000"/>
              </a:lnSpc>
              <a:spcBef>
                <a:spcPts val="0"/>
              </a:spcBef>
              <a:spcAft>
                <a:spcPts val="0"/>
              </a:spcAft>
              <a:buClr>
                <a:schemeClr val="lt1"/>
              </a:buClr>
              <a:buSzPts val="9600"/>
              <a:buFont typeface="Public Sans"/>
              <a:buNone/>
              <a:defRPr b="1" sz="9600">
                <a:solidFill>
                  <a:schemeClr val="lt1"/>
                </a:solidFill>
              </a:defRPr>
            </a:lvl5pPr>
            <a:lvl6pPr lvl="5">
              <a:lnSpc>
                <a:spcPct val="80000"/>
              </a:lnSpc>
              <a:spcBef>
                <a:spcPts val="0"/>
              </a:spcBef>
              <a:spcAft>
                <a:spcPts val="0"/>
              </a:spcAft>
              <a:buClr>
                <a:schemeClr val="lt1"/>
              </a:buClr>
              <a:buSzPts val="9600"/>
              <a:buFont typeface="Public Sans"/>
              <a:buNone/>
              <a:defRPr b="1" sz="9600">
                <a:solidFill>
                  <a:schemeClr val="lt1"/>
                </a:solidFill>
              </a:defRPr>
            </a:lvl6pPr>
            <a:lvl7pPr lvl="6">
              <a:lnSpc>
                <a:spcPct val="80000"/>
              </a:lnSpc>
              <a:spcBef>
                <a:spcPts val="0"/>
              </a:spcBef>
              <a:spcAft>
                <a:spcPts val="0"/>
              </a:spcAft>
              <a:buClr>
                <a:schemeClr val="lt1"/>
              </a:buClr>
              <a:buSzPts val="9600"/>
              <a:buFont typeface="Public Sans"/>
              <a:buNone/>
              <a:defRPr b="1" sz="9600">
                <a:solidFill>
                  <a:schemeClr val="lt1"/>
                </a:solidFill>
              </a:defRPr>
            </a:lvl7pPr>
            <a:lvl8pPr lvl="7">
              <a:lnSpc>
                <a:spcPct val="80000"/>
              </a:lnSpc>
              <a:spcBef>
                <a:spcPts val="0"/>
              </a:spcBef>
              <a:spcAft>
                <a:spcPts val="0"/>
              </a:spcAft>
              <a:buClr>
                <a:schemeClr val="lt1"/>
              </a:buClr>
              <a:buSzPts val="9600"/>
              <a:buFont typeface="Public Sans"/>
              <a:buNone/>
              <a:defRPr b="1" sz="9600">
                <a:solidFill>
                  <a:schemeClr val="lt1"/>
                </a:solidFill>
              </a:defRPr>
            </a:lvl8pPr>
            <a:lvl9pPr lvl="8">
              <a:lnSpc>
                <a:spcPct val="80000"/>
              </a:lnSpc>
              <a:spcBef>
                <a:spcPts val="0"/>
              </a:spcBef>
              <a:spcAft>
                <a:spcPts val="0"/>
              </a:spcAft>
              <a:buClr>
                <a:schemeClr val="lt1"/>
              </a:buClr>
              <a:buSzPts val="9600"/>
              <a:buFont typeface="Public Sans"/>
              <a:buNone/>
              <a:defRPr b="1" sz="9600">
                <a:solidFill>
                  <a:schemeClr val="lt1"/>
                </a:solidFill>
              </a:defRPr>
            </a:lvl9pPr>
          </a:lstStyle>
          <a:p/>
        </p:txBody>
      </p:sp>
      <p:sp>
        <p:nvSpPr>
          <p:cNvPr id="292" name="Google Shape;292;p3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ols &amp; Meetings">
  <p:cSld name="CUSTOM_2">
    <p:bg>
      <p:bgPr>
        <a:solidFill>
          <a:schemeClr val="dk1"/>
        </a:solidFill>
      </p:bgPr>
    </p:bg>
    <p:spTree>
      <p:nvGrpSpPr>
        <p:cNvPr id="293" name="Shape 293"/>
        <p:cNvGrpSpPr/>
        <p:nvPr/>
      </p:nvGrpSpPr>
      <p:grpSpPr>
        <a:xfrm>
          <a:off x="0" y="0"/>
          <a:ext cx="0" cy="0"/>
          <a:chOff x="0" y="0"/>
          <a:chExt cx="0" cy="0"/>
        </a:xfrm>
      </p:grpSpPr>
      <p:sp>
        <p:nvSpPr>
          <p:cNvPr id="294" name="Google Shape;294;p37"/>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Public Sans"/>
              <a:ea typeface="Public Sans"/>
              <a:cs typeface="Public Sans"/>
              <a:sym typeface="Public Sans"/>
            </a:endParaRPr>
          </a:p>
        </p:txBody>
      </p:sp>
      <p:sp>
        <p:nvSpPr>
          <p:cNvPr id="295" name="Google Shape;295;p3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96" name="Google Shape;296;p37"/>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97" name="Google Shape;297;p37"/>
          <p:cNvSpPr txBox="1"/>
          <p:nvPr>
            <p:ph idx="2" type="body"/>
          </p:nvPr>
        </p:nvSpPr>
        <p:spPr>
          <a:xfrm>
            <a:off x="517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8" name="Google Shape;298;p37"/>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299" name="Google Shape;299;p37"/>
          <p:cNvSpPr txBox="1"/>
          <p:nvPr>
            <p:ph idx="3"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00" name="Google Shape;300;p37"/>
          <p:cNvSpPr txBox="1"/>
          <p:nvPr>
            <p:ph idx="4" type="body"/>
          </p:nvPr>
        </p:nvSpPr>
        <p:spPr>
          <a:xfrm>
            <a:off x="4922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3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ps for success">
  <p:cSld name="CUSTOM_3">
    <p:bg>
      <p:bgPr>
        <a:solidFill>
          <a:schemeClr val="dk1"/>
        </a:solidFill>
      </p:bgPr>
    </p:bg>
    <p:spTree>
      <p:nvGrpSpPr>
        <p:cNvPr id="302" name="Shape 302"/>
        <p:cNvGrpSpPr/>
        <p:nvPr/>
      </p:nvGrpSpPr>
      <p:grpSpPr>
        <a:xfrm>
          <a:off x="0" y="0"/>
          <a:ext cx="0" cy="0"/>
          <a:chOff x="0" y="0"/>
          <a:chExt cx="0" cy="0"/>
        </a:xfrm>
      </p:grpSpPr>
      <p:sp>
        <p:nvSpPr>
          <p:cNvPr id="303" name="Google Shape;303;p38"/>
          <p:cNvSpPr/>
          <p:nvPr/>
        </p:nvSpPr>
        <p:spPr>
          <a:xfrm>
            <a:off x="3899425" y="223500"/>
            <a:ext cx="5016000" cy="4483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04" name="Google Shape;304;p38"/>
          <p:cNvSpPr/>
          <p:nvPr>
            <p:ph idx="2" type="pic"/>
          </p:nvPr>
        </p:nvSpPr>
        <p:spPr>
          <a:xfrm>
            <a:off x="228600" y="223500"/>
            <a:ext cx="3547800" cy="3302100"/>
          </a:xfrm>
          <a:prstGeom prst="roundRect">
            <a:avLst>
              <a:gd fmla="val 9186" name="adj"/>
            </a:avLst>
          </a:prstGeom>
          <a:noFill/>
          <a:ln>
            <a:noFill/>
          </a:ln>
        </p:spPr>
      </p:sp>
      <p:sp>
        <p:nvSpPr>
          <p:cNvPr id="305" name="Google Shape;305;p38"/>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06" name="Google Shape;306;p38"/>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07" name="Google Shape;307;p38"/>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08" name="Google Shape;308;p38"/>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9" name="Google Shape;309;p38"/>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0" name="Google Shape;310;p38"/>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1" name="Google Shape;311;p38"/>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2" name="Google Shape;312;p38"/>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3" name="Google Shape;313;p38"/>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4" name="Google Shape;314;p38"/>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3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4">
    <p:bg>
      <p:bgPr>
        <a:solidFill>
          <a:schemeClr val="dk1"/>
        </a:solidFill>
      </p:bgPr>
    </p:bg>
    <p:spTree>
      <p:nvGrpSpPr>
        <p:cNvPr id="316" name="Shape 316"/>
        <p:cNvGrpSpPr/>
        <p:nvPr/>
      </p:nvGrpSpPr>
      <p:grpSpPr>
        <a:xfrm>
          <a:off x="0" y="0"/>
          <a:ext cx="0" cy="0"/>
          <a:chOff x="0" y="0"/>
          <a:chExt cx="0" cy="0"/>
        </a:xfrm>
      </p:grpSpPr>
      <p:sp>
        <p:nvSpPr>
          <p:cNvPr id="317" name="Google Shape;317;p3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18" name="Google Shape;318;p39"/>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19" name="Google Shape;319;p3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tep process">
  <p:cSld name="CUSTOM_5">
    <p:bg>
      <p:bgPr>
        <a:solidFill>
          <a:schemeClr val="dk1"/>
        </a:solidFill>
      </p:bgPr>
    </p:bg>
    <p:spTree>
      <p:nvGrpSpPr>
        <p:cNvPr id="320" name="Shape 320"/>
        <p:cNvGrpSpPr/>
        <p:nvPr/>
      </p:nvGrpSpPr>
      <p:grpSpPr>
        <a:xfrm>
          <a:off x="0" y="0"/>
          <a:ext cx="0" cy="0"/>
          <a:chOff x="0" y="0"/>
          <a:chExt cx="0" cy="0"/>
        </a:xfrm>
      </p:grpSpPr>
      <p:sp>
        <p:nvSpPr>
          <p:cNvPr id="321" name="Google Shape;321;p40"/>
          <p:cNvSpPr/>
          <p:nvPr/>
        </p:nvSpPr>
        <p:spPr>
          <a:xfrm>
            <a:off x="2286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2" name="Google Shape;322;p40"/>
          <p:cNvSpPr txBox="1"/>
          <p:nvPr>
            <p:ph idx="1" type="subTitle"/>
          </p:nvPr>
        </p:nvSpPr>
        <p:spPr>
          <a:xfrm>
            <a:off x="2846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40"/>
          <p:cNvSpPr txBox="1"/>
          <p:nvPr>
            <p:ph idx="2" type="body"/>
          </p:nvPr>
        </p:nvSpPr>
        <p:spPr>
          <a:xfrm>
            <a:off x="2846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4" name="Google Shape;324;p40"/>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5" name="Google Shape;325;p4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26" name="Google Shape;326;p40"/>
          <p:cNvSpPr/>
          <p:nvPr/>
        </p:nvSpPr>
        <p:spPr>
          <a:xfrm>
            <a:off x="3165150" y="2235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7" name="Google Shape;327;p40"/>
          <p:cNvSpPr txBox="1"/>
          <p:nvPr>
            <p:ph idx="4" type="subTitle"/>
          </p:nvPr>
        </p:nvSpPr>
        <p:spPr>
          <a:xfrm>
            <a:off x="322120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8" name="Google Shape;328;p40"/>
          <p:cNvSpPr txBox="1"/>
          <p:nvPr>
            <p:ph idx="5" type="body"/>
          </p:nvPr>
        </p:nvSpPr>
        <p:spPr>
          <a:xfrm>
            <a:off x="322120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0"/>
          <p:cNvSpPr/>
          <p:nvPr/>
        </p:nvSpPr>
        <p:spPr>
          <a:xfrm>
            <a:off x="61017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0" name="Google Shape;330;p40"/>
          <p:cNvSpPr txBox="1"/>
          <p:nvPr>
            <p:ph idx="6" type="subTitle"/>
          </p:nvPr>
        </p:nvSpPr>
        <p:spPr>
          <a:xfrm>
            <a:off x="61577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1" name="Google Shape;331;p40"/>
          <p:cNvSpPr txBox="1"/>
          <p:nvPr>
            <p:ph idx="7" type="body"/>
          </p:nvPr>
        </p:nvSpPr>
        <p:spPr>
          <a:xfrm>
            <a:off x="61577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40"/>
          <p:cNvSpPr/>
          <p:nvPr/>
        </p:nvSpPr>
        <p:spPr>
          <a:xfrm>
            <a:off x="6101700" y="25317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3" name="Google Shape;333;p40"/>
          <p:cNvSpPr txBox="1"/>
          <p:nvPr>
            <p:ph idx="8" type="subTitle"/>
          </p:nvPr>
        </p:nvSpPr>
        <p:spPr>
          <a:xfrm>
            <a:off x="6157750" y="26038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4" name="Google Shape;334;p40"/>
          <p:cNvSpPr txBox="1"/>
          <p:nvPr>
            <p:ph idx="9" type="body"/>
          </p:nvPr>
        </p:nvSpPr>
        <p:spPr>
          <a:xfrm>
            <a:off x="6157750" y="32716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4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s &amp; Suggestion ">
  <p:cSld name="CUSTOM_6">
    <p:bg>
      <p:bgPr>
        <a:solidFill>
          <a:schemeClr val="dk1"/>
        </a:solidFill>
      </p:bgPr>
    </p:bg>
    <p:spTree>
      <p:nvGrpSpPr>
        <p:cNvPr id="336" name="Shape 336"/>
        <p:cNvGrpSpPr/>
        <p:nvPr/>
      </p:nvGrpSpPr>
      <p:grpSpPr>
        <a:xfrm>
          <a:off x="0" y="0"/>
          <a:ext cx="0" cy="0"/>
          <a:chOff x="0" y="0"/>
          <a:chExt cx="0" cy="0"/>
        </a:xfrm>
      </p:grpSpPr>
      <p:sp>
        <p:nvSpPr>
          <p:cNvPr id="337" name="Google Shape;337;p41"/>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38" name="Google Shape;338;p4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39" name="Google Shape;339;p41"/>
          <p:cNvSpPr txBox="1"/>
          <p:nvPr>
            <p:ph idx="2" type="subTitle"/>
          </p:nvPr>
        </p:nvSpPr>
        <p:spPr>
          <a:xfrm>
            <a:off x="2286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0" name="Google Shape;340;p41"/>
          <p:cNvSpPr txBox="1"/>
          <p:nvPr>
            <p:ph idx="3" type="body"/>
          </p:nvPr>
        </p:nvSpPr>
        <p:spPr>
          <a:xfrm>
            <a:off x="2287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1" name="Google Shape;341;p41"/>
          <p:cNvSpPr txBox="1"/>
          <p:nvPr>
            <p:ph idx="4" type="subTitle"/>
          </p:nvPr>
        </p:nvSpPr>
        <p:spPr>
          <a:xfrm>
            <a:off x="2431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2" name="Google Shape;342;p41"/>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3" name="Google Shape;343;p41"/>
          <p:cNvSpPr txBox="1"/>
          <p:nvPr>
            <p:ph idx="6" type="subTitle"/>
          </p:nvPr>
        </p:nvSpPr>
        <p:spPr>
          <a:xfrm>
            <a:off x="4633725"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4" name="Google Shape;344;p41"/>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5" name="Google Shape;345;p41"/>
          <p:cNvSpPr txBox="1"/>
          <p:nvPr>
            <p:ph idx="8" type="subTitle"/>
          </p:nvPr>
        </p:nvSpPr>
        <p:spPr>
          <a:xfrm>
            <a:off x="6836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6" name="Google Shape;346;p41"/>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7" name="Google Shape;347;p4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Months">
  <p:cSld name="CUSTOM_7">
    <p:bg>
      <p:bgPr>
        <a:solidFill>
          <a:schemeClr val="dk1"/>
        </a:solidFill>
      </p:bgPr>
    </p:bg>
    <p:spTree>
      <p:nvGrpSpPr>
        <p:cNvPr id="348" name="Shape 348"/>
        <p:cNvGrpSpPr/>
        <p:nvPr/>
      </p:nvGrpSpPr>
      <p:grpSpPr>
        <a:xfrm>
          <a:off x="0" y="0"/>
          <a:ext cx="0" cy="0"/>
          <a:chOff x="0" y="0"/>
          <a:chExt cx="0" cy="0"/>
        </a:xfrm>
      </p:grpSpPr>
      <p:sp>
        <p:nvSpPr>
          <p:cNvPr id="349" name="Google Shape;349;p4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50" name="Google Shape;350;p42"/>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51" name="Google Shape;351;p42"/>
          <p:cNvSpPr/>
          <p:nvPr/>
        </p:nvSpPr>
        <p:spPr>
          <a:xfrm>
            <a:off x="228600" y="223500"/>
            <a:ext cx="2813700" cy="32352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2" name="Google Shape;352;p42"/>
          <p:cNvSpPr txBox="1"/>
          <p:nvPr>
            <p:ph idx="3" type="subTitle"/>
          </p:nvPr>
        </p:nvSpPr>
        <p:spPr>
          <a:xfrm>
            <a:off x="2846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3" name="Google Shape;353;p42"/>
          <p:cNvSpPr txBox="1"/>
          <p:nvPr>
            <p:ph idx="4" type="body"/>
          </p:nvPr>
        </p:nvSpPr>
        <p:spPr>
          <a:xfrm>
            <a:off x="3251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4" name="Google Shape;354;p42"/>
          <p:cNvSpPr/>
          <p:nvPr/>
        </p:nvSpPr>
        <p:spPr>
          <a:xfrm>
            <a:off x="3165150" y="223500"/>
            <a:ext cx="2813700" cy="3235200"/>
          </a:xfrm>
          <a:prstGeom prst="roundRect">
            <a:avLst>
              <a:gd fmla="val 716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5" name="Google Shape;355;p42"/>
          <p:cNvSpPr txBox="1"/>
          <p:nvPr>
            <p:ph idx="5" type="subTitle"/>
          </p:nvPr>
        </p:nvSpPr>
        <p:spPr>
          <a:xfrm>
            <a:off x="322120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6" name="Google Shape;356;p42"/>
          <p:cNvSpPr txBox="1"/>
          <p:nvPr>
            <p:ph idx="6" type="body"/>
          </p:nvPr>
        </p:nvSpPr>
        <p:spPr>
          <a:xfrm>
            <a:off x="326170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7" name="Google Shape;357;p42"/>
          <p:cNvSpPr/>
          <p:nvPr/>
        </p:nvSpPr>
        <p:spPr>
          <a:xfrm>
            <a:off x="6101700" y="223500"/>
            <a:ext cx="2813700" cy="32352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8" name="Google Shape;358;p42"/>
          <p:cNvSpPr txBox="1"/>
          <p:nvPr>
            <p:ph idx="7" type="subTitle"/>
          </p:nvPr>
        </p:nvSpPr>
        <p:spPr>
          <a:xfrm>
            <a:off x="61577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9" name="Google Shape;359;p42"/>
          <p:cNvSpPr txBox="1"/>
          <p:nvPr>
            <p:ph idx="8" type="body"/>
          </p:nvPr>
        </p:nvSpPr>
        <p:spPr>
          <a:xfrm>
            <a:off x="61982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60" name="Google Shape;360;p4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ful links">
  <p:cSld name="CUSTOM_8">
    <p:bg>
      <p:bgPr>
        <a:solidFill>
          <a:schemeClr val="dk1"/>
        </a:solidFill>
      </p:bgPr>
    </p:bg>
    <p:spTree>
      <p:nvGrpSpPr>
        <p:cNvPr id="361" name="Shape 361"/>
        <p:cNvGrpSpPr/>
        <p:nvPr/>
      </p:nvGrpSpPr>
      <p:grpSpPr>
        <a:xfrm>
          <a:off x="0" y="0"/>
          <a:ext cx="0" cy="0"/>
          <a:chOff x="0" y="0"/>
          <a:chExt cx="0" cy="0"/>
        </a:xfrm>
      </p:grpSpPr>
      <p:sp>
        <p:nvSpPr>
          <p:cNvPr id="362" name="Google Shape;362;p43"/>
          <p:cNvSpPr/>
          <p:nvPr/>
        </p:nvSpPr>
        <p:spPr>
          <a:xfrm>
            <a:off x="4633600" y="223500"/>
            <a:ext cx="4281900" cy="2002800"/>
          </a:xfrm>
          <a:prstGeom prst="roundRect">
            <a:avLst>
              <a:gd fmla="val 1278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3" name="Google Shape;363;p43"/>
          <p:cNvSpPr txBox="1"/>
          <p:nvPr/>
        </p:nvSpPr>
        <p:spPr>
          <a:xfrm>
            <a:off x="3286470" y="3339550"/>
            <a:ext cx="1257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solidFill>
                  <a:schemeClr val="dk1"/>
                </a:solidFill>
                <a:latin typeface="Public Sans Medium"/>
                <a:ea typeface="Public Sans Medium"/>
                <a:cs typeface="Public Sans Medium"/>
                <a:sym typeface="Public Sans Medium"/>
              </a:rPr>
              <a:t>☝️</a:t>
            </a:r>
            <a:endParaRPr sz="7200">
              <a:solidFill>
                <a:schemeClr val="dk1"/>
              </a:solidFill>
              <a:latin typeface="Public Sans Medium"/>
              <a:ea typeface="Public Sans Medium"/>
              <a:cs typeface="Public Sans Medium"/>
              <a:sym typeface="Public Sans Medium"/>
            </a:endParaRPr>
          </a:p>
        </p:txBody>
      </p:sp>
      <p:sp>
        <p:nvSpPr>
          <p:cNvPr id="364" name="Google Shape;364;p4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65" name="Google Shape;365;p43"/>
          <p:cNvSpPr txBox="1"/>
          <p:nvPr>
            <p:ph idx="2" type="subTitle"/>
          </p:nvPr>
        </p:nvSpPr>
        <p:spPr>
          <a:xfrm>
            <a:off x="5367775" y="3723400"/>
            <a:ext cx="3547800" cy="984000"/>
          </a:xfrm>
          <a:prstGeom prst="rect">
            <a:avLst/>
          </a:prstGeom>
        </p:spPr>
        <p:txBody>
          <a:bodyPr anchorCtr="0" anchor="b" bIns="91425" lIns="91425" spcFirstLastPara="1" rIns="91425" wrap="square" tIns="91425">
            <a:noAutofit/>
          </a:bodyPr>
          <a:lstStyle>
            <a:lvl1pPr lvl="0" algn="r">
              <a:lnSpc>
                <a:spcPct val="80000"/>
              </a:lnSpc>
              <a:spcBef>
                <a:spcPts val="0"/>
              </a:spcBef>
              <a:spcAft>
                <a:spcPts val="0"/>
              </a:spcAft>
              <a:buClr>
                <a:schemeClr val="lt1"/>
              </a:buClr>
              <a:buSzPts val="3600"/>
              <a:buNone/>
              <a:defRPr>
                <a:solidFill>
                  <a:schemeClr val="lt1"/>
                </a:solidFill>
              </a:defRPr>
            </a:lvl1pPr>
            <a:lvl2pPr lvl="1" algn="r">
              <a:lnSpc>
                <a:spcPct val="80000"/>
              </a:lnSpc>
              <a:spcBef>
                <a:spcPts val="0"/>
              </a:spcBef>
              <a:spcAft>
                <a:spcPts val="0"/>
              </a:spcAft>
              <a:buClr>
                <a:schemeClr val="lt1"/>
              </a:buClr>
              <a:buSzPts val="1400"/>
              <a:buNone/>
              <a:defRPr>
                <a:solidFill>
                  <a:schemeClr val="lt1"/>
                </a:solidFill>
              </a:defRPr>
            </a:lvl2pPr>
            <a:lvl3pPr lvl="2" algn="r">
              <a:lnSpc>
                <a:spcPct val="80000"/>
              </a:lnSpc>
              <a:spcBef>
                <a:spcPts val="0"/>
              </a:spcBef>
              <a:spcAft>
                <a:spcPts val="0"/>
              </a:spcAft>
              <a:buClr>
                <a:schemeClr val="lt1"/>
              </a:buClr>
              <a:buSzPts val="1400"/>
              <a:buNone/>
              <a:defRPr>
                <a:solidFill>
                  <a:schemeClr val="lt1"/>
                </a:solidFill>
              </a:defRPr>
            </a:lvl3pPr>
            <a:lvl4pPr lvl="3" algn="r">
              <a:lnSpc>
                <a:spcPct val="80000"/>
              </a:lnSpc>
              <a:spcBef>
                <a:spcPts val="0"/>
              </a:spcBef>
              <a:spcAft>
                <a:spcPts val="0"/>
              </a:spcAft>
              <a:buClr>
                <a:schemeClr val="lt1"/>
              </a:buClr>
              <a:buSzPts val="1400"/>
              <a:buNone/>
              <a:defRPr>
                <a:solidFill>
                  <a:schemeClr val="lt1"/>
                </a:solidFill>
              </a:defRPr>
            </a:lvl4pPr>
            <a:lvl5pPr lvl="4" algn="r">
              <a:lnSpc>
                <a:spcPct val="80000"/>
              </a:lnSpc>
              <a:spcBef>
                <a:spcPts val="0"/>
              </a:spcBef>
              <a:spcAft>
                <a:spcPts val="0"/>
              </a:spcAft>
              <a:buClr>
                <a:schemeClr val="lt1"/>
              </a:buClr>
              <a:buSzPts val="1400"/>
              <a:buNone/>
              <a:defRPr>
                <a:solidFill>
                  <a:schemeClr val="lt1"/>
                </a:solidFill>
              </a:defRPr>
            </a:lvl5pPr>
            <a:lvl6pPr lvl="5" algn="r">
              <a:lnSpc>
                <a:spcPct val="80000"/>
              </a:lnSpc>
              <a:spcBef>
                <a:spcPts val="0"/>
              </a:spcBef>
              <a:spcAft>
                <a:spcPts val="0"/>
              </a:spcAft>
              <a:buClr>
                <a:schemeClr val="lt1"/>
              </a:buClr>
              <a:buSzPts val="1400"/>
              <a:buNone/>
              <a:defRPr>
                <a:solidFill>
                  <a:schemeClr val="lt1"/>
                </a:solidFill>
              </a:defRPr>
            </a:lvl6pPr>
            <a:lvl7pPr lvl="6" algn="r">
              <a:lnSpc>
                <a:spcPct val="80000"/>
              </a:lnSpc>
              <a:spcBef>
                <a:spcPts val="0"/>
              </a:spcBef>
              <a:spcAft>
                <a:spcPts val="0"/>
              </a:spcAft>
              <a:buClr>
                <a:schemeClr val="lt1"/>
              </a:buClr>
              <a:buSzPts val="1400"/>
              <a:buNone/>
              <a:defRPr>
                <a:solidFill>
                  <a:schemeClr val="lt1"/>
                </a:solidFill>
              </a:defRPr>
            </a:lvl7pPr>
            <a:lvl8pPr lvl="7" algn="r">
              <a:lnSpc>
                <a:spcPct val="80000"/>
              </a:lnSpc>
              <a:spcBef>
                <a:spcPts val="0"/>
              </a:spcBef>
              <a:spcAft>
                <a:spcPts val="0"/>
              </a:spcAft>
              <a:buClr>
                <a:schemeClr val="lt1"/>
              </a:buClr>
              <a:buSzPts val="1400"/>
              <a:buNone/>
              <a:defRPr>
                <a:solidFill>
                  <a:schemeClr val="lt1"/>
                </a:solidFill>
              </a:defRPr>
            </a:lvl8pPr>
            <a:lvl9pPr lvl="8" algn="r">
              <a:lnSpc>
                <a:spcPct val="80000"/>
              </a:lnSpc>
              <a:spcBef>
                <a:spcPts val="0"/>
              </a:spcBef>
              <a:spcAft>
                <a:spcPts val="0"/>
              </a:spcAft>
              <a:buClr>
                <a:schemeClr val="lt1"/>
              </a:buClr>
              <a:buSzPts val="1400"/>
              <a:buNone/>
              <a:defRPr>
                <a:solidFill>
                  <a:schemeClr val="lt1"/>
                </a:solidFill>
              </a:defRPr>
            </a:lvl9pPr>
          </a:lstStyle>
          <a:p/>
        </p:txBody>
      </p:sp>
      <p:sp>
        <p:nvSpPr>
          <p:cNvPr id="366" name="Google Shape;366;p43"/>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7" name="Google Shape;367;p43"/>
          <p:cNvSpPr txBox="1"/>
          <p:nvPr>
            <p:ph idx="3" type="subTitle"/>
          </p:nvPr>
        </p:nvSpPr>
        <p:spPr>
          <a:xfrm>
            <a:off x="427825" y="396875"/>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43"/>
          <p:cNvSpPr txBox="1"/>
          <p:nvPr>
            <p:ph idx="4" type="subTitle"/>
          </p:nvPr>
        </p:nvSpPr>
        <p:spPr>
          <a:xfrm>
            <a:off x="427853" y="1124562"/>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43"/>
          <p:cNvSpPr txBox="1"/>
          <p:nvPr>
            <p:ph idx="5" type="subTitle"/>
          </p:nvPr>
        </p:nvSpPr>
        <p:spPr>
          <a:xfrm>
            <a:off x="427853" y="1852223"/>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43"/>
          <p:cNvSpPr txBox="1"/>
          <p:nvPr>
            <p:ph idx="6" type="subTitle"/>
          </p:nvPr>
        </p:nvSpPr>
        <p:spPr>
          <a:xfrm>
            <a:off x="427853" y="2595897"/>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43"/>
          <p:cNvSpPr txBox="1"/>
          <p:nvPr>
            <p:ph idx="7" type="subTitle"/>
          </p:nvPr>
        </p:nvSpPr>
        <p:spPr>
          <a:xfrm>
            <a:off x="4822775" y="289375"/>
            <a:ext cx="3906600" cy="404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43"/>
          <p:cNvSpPr txBox="1"/>
          <p:nvPr>
            <p:ph idx="8" type="body"/>
          </p:nvPr>
        </p:nvSpPr>
        <p:spPr>
          <a:xfrm>
            <a:off x="4844650"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3" name="Google Shape;373;p43"/>
          <p:cNvSpPr txBox="1"/>
          <p:nvPr>
            <p:ph idx="9" type="body"/>
          </p:nvPr>
        </p:nvSpPr>
        <p:spPr>
          <a:xfrm>
            <a:off x="6225688"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43"/>
          <p:cNvSpPr txBox="1"/>
          <p:nvPr>
            <p:ph idx="13" type="body"/>
          </p:nvPr>
        </p:nvSpPr>
        <p:spPr>
          <a:xfrm>
            <a:off x="7606725"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5" name="Google Shape;375;p4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oint">
  <p:cSld name="CUSTOM_9">
    <p:bg>
      <p:bgPr>
        <a:solidFill>
          <a:schemeClr val="dk1"/>
        </a:solidFill>
      </p:bgPr>
    </p:bg>
    <p:spTree>
      <p:nvGrpSpPr>
        <p:cNvPr id="376" name="Shape 376"/>
        <p:cNvGrpSpPr/>
        <p:nvPr/>
      </p:nvGrpSpPr>
      <p:grpSpPr>
        <a:xfrm>
          <a:off x="0" y="0"/>
          <a:ext cx="0" cy="0"/>
          <a:chOff x="0" y="0"/>
          <a:chExt cx="0" cy="0"/>
        </a:xfrm>
      </p:grpSpPr>
      <p:sp>
        <p:nvSpPr>
          <p:cNvPr id="377" name="Google Shape;377;p44"/>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78" name="Google Shape;378;p44"/>
          <p:cNvSpPr txBox="1"/>
          <p:nvPr>
            <p:ph idx="1" type="subTitle"/>
          </p:nvPr>
        </p:nvSpPr>
        <p:spPr>
          <a:xfrm>
            <a:off x="529450" y="419650"/>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44"/>
          <p:cNvSpPr txBox="1"/>
          <p:nvPr>
            <p:ph idx="2" type="body"/>
          </p:nvPr>
        </p:nvSpPr>
        <p:spPr>
          <a:xfrm>
            <a:off x="529510" y="71652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44"/>
          <p:cNvSpPr txBox="1"/>
          <p:nvPr>
            <p:ph type="title"/>
          </p:nvPr>
        </p:nvSpPr>
        <p:spPr>
          <a:xfrm>
            <a:off x="393725" y="3932625"/>
            <a:ext cx="40371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81" name="Google Shape;381;p44"/>
          <p:cNvSpPr txBox="1"/>
          <p:nvPr>
            <p:ph idx="3" type="subTitle"/>
          </p:nvPr>
        </p:nvSpPr>
        <p:spPr>
          <a:xfrm>
            <a:off x="529480" y="1247253"/>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44"/>
          <p:cNvSpPr txBox="1"/>
          <p:nvPr>
            <p:ph idx="4" type="body"/>
          </p:nvPr>
        </p:nvSpPr>
        <p:spPr>
          <a:xfrm>
            <a:off x="529540" y="1544130"/>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3" name="Google Shape;383;p44"/>
          <p:cNvSpPr txBox="1"/>
          <p:nvPr>
            <p:ph idx="5" type="subTitle"/>
          </p:nvPr>
        </p:nvSpPr>
        <p:spPr>
          <a:xfrm>
            <a:off x="529480" y="2153577"/>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44"/>
          <p:cNvSpPr txBox="1"/>
          <p:nvPr>
            <p:ph idx="6" type="body"/>
          </p:nvPr>
        </p:nvSpPr>
        <p:spPr>
          <a:xfrm>
            <a:off x="529540" y="245044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5" name="Google Shape;385;p44"/>
          <p:cNvSpPr txBox="1"/>
          <p:nvPr>
            <p:ph idx="7" type="subTitle"/>
          </p:nvPr>
        </p:nvSpPr>
        <p:spPr>
          <a:xfrm>
            <a:off x="529480" y="3059905"/>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4"/>
          <p:cNvSpPr txBox="1"/>
          <p:nvPr>
            <p:ph idx="8" type="body"/>
          </p:nvPr>
        </p:nvSpPr>
        <p:spPr>
          <a:xfrm>
            <a:off x="529540" y="3356775"/>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7" name="Google Shape;387;p44"/>
          <p:cNvSpPr/>
          <p:nvPr>
            <p:ph idx="9" type="pic"/>
          </p:nvPr>
        </p:nvSpPr>
        <p:spPr>
          <a:xfrm>
            <a:off x="4633600" y="223500"/>
            <a:ext cx="4280700" cy="4483800"/>
          </a:xfrm>
          <a:prstGeom prst="roundRect">
            <a:avLst>
              <a:gd fmla="val 5546" name="adj"/>
            </a:avLst>
          </a:prstGeom>
          <a:noFill/>
          <a:ln>
            <a:noFill/>
          </a:ln>
        </p:spPr>
      </p:sp>
      <p:sp>
        <p:nvSpPr>
          <p:cNvPr id="388" name="Google Shape;388;p44"/>
          <p:cNvSpPr txBox="1"/>
          <p:nvPr>
            <p:ph idx="1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89" name="Google Shape;389;p44"/>
          <p:cNvSpPr txBox="1"/>
          <p:nvPr>
            <p:ph idx="14" type="subTitle"/>
          </p:nvPr>
        </p:nvSpPr>
        <p:spPr>
          <a:xfrm>
            <a:off x="4771050" y="3371675"/>
            <a:ext cx="3885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44"/>
          <p:cNvSpPr txBox="1"/>
          <p:nvPr>
            <p:ph idx="15" type="body"/>
          </p:nvPr>
        </p:nvSpPr>
        <p:spPr>
          <a:xfrm>
            <a:off x="4771050" y="3944875"/>
            <a:ext cx="3970200" cy="581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4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4">
    <p:bg>
      <p:bgPr>
        <a:solidFill>
          <a:schemeClr val="dk1"/>
        </a:solidFill>
      </p:bgPr>
    </p:bg>
    <p:spTree>
      <p:nvGrpSpPr>
        <p:cNvPr id="392" name="Shape 392"/>
        <p:cNvGrpSpPr/>
        <p:nvPr/>
      </p:nvGrpSpPr>
      <p:grpSpPr>
        <a:xfrm>
          <a:off x="0" y="0"/>
          <a:ext cx="0" cy="0"/>
          <a:chOff x="0" y="0"/>
          <a:chExt cx="0" cy="0"/>
        </a:xfrm>
      </p:grpSpPr>
      <p:sp>
        <p:nvSpPr>
          <p:cNvPr id="393" name="Google Shape;393;p45"/>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94" name="Google Shape;394;p4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5" name="Google Shape;395;p45"/>
          <p:cNvSpPr/>
          <p:nvPr>
            <p:ph idx="2" type="pic"/>
          </p:nvPr>
        </p:nvSpPr>
        <p:spPr>
          <a:xfrm>
            <a:off x="7187225" y="620025"/>
            <a:ext cx="1575900" cy="1504500"/>
          </a:xfrm>
          <a:prstGeom prst="roundRect">
            <a:avLst>
              <a:gd fmla="val 16667" name="adj"/>
            </a:avLst>
          </a:prstGeom>
          <a:noFill/>
          <a:ln>
            <a:noFill/>
          </a:ln>
        </p:spPr>
      </p:sp>
      <p:sp>
        <p:nvSpPr>
          <p:cNvPr id="396" name="Google Shape;396;p45"/>
          <p:cNvSpPr/>
          <p:nvPr>
            <p:ph idx="3" type="pic"/>
          </p:nvPr>
        </p:nvSpPr>
        <p:spPr>
          <a:xfrm>
            <a:off x="5467125" y="620025"/>
            <a:ext cx="1575900" cy="1504500"/>
          </a:xfrm>
          <a:prstGeom prst="roundRect">
            <a:avLst>
              <a:gd fmla="val 16667" name="adj"/>
            </a:avLst>
          </a:prstGeom>
          <a:noFill/>
          <a:ln>
            <a:noFill/>
          </a:ln>
        </p:spPr>
      </p:sp>
      <p:sp>
        <p:nvSpPr>
          <p:cNvPr id="397" name="Google Shape;397;p45"/>
          <p:cNvSpPr/>
          <p:nvPr>
            <p:ph idx="4" type="pic"/>
          </p:nvPr>
        </p:nvSpPr>
        <p:spPr>
          <a:xfrm>
            <a:off x="3747025" y="620025"/>
            <a:ext cx="1575900" cy="1504500"/>
          </a:xfrm>
          <a:prstGeom prst="roundRect">
            <a:avLst>
              <a:gd fmla="val 16667" name="adj"/>
            </a:avLst>
          </a:prstGeom>
          <a:noFill/>
          <a:ln>
            <a:noFill/>
          </a:ln>
        </p:spPr>
      </p:sp>
      <p:sp>
        <p:nvSpPr>
          <p:cNvPr id="398" name="Google Shape;398;p45"/>
          <p:cNvSpPr txBox="1"/>
          <p:nvPr>
            <p:ph idx="5" type="subTitle"/>
          </p:nvPr>
        </p:nvSpPr>
        <p:spPr>
          <a:xfrm>
            <a:off x="37470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45"/>
          <p:cNvSpPr txBox="1"/>
          <p:nvPr>
            <p:ph idx="6" type="subTitle"/>
          </p:nvPr>
        </p:nvSpPr>
        <p:spPr>
          <a:xfrm>
            <a:off x="54671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45"/>
          <p:cNvSpPr txBox="1"/>
          <p:nvPr>
            <p:ph idx="7" type="subTitle"/>
          </p:nvPr>
        </p:nvSpPr>
        <p:spPr>
          <a:xfrm>
            <a:off x="71872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5"/>
          <p:cNvSpPr txBox="1"/>
          <p:nvPr>
            <p:ph idx="8" type="body"/>
          </p:nvPr>
        </p:nvSpPr>
        <p:spPr>
          <a:xfrm>
            <a:off x="37470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45"/>
          <p:cNvSpPr txBox="1"/>
          <p:nvPr>
            <p:ph idx="9" type="body"/>
          </p:nvPr>
        </p:nvSpPr>
        <p:spPr>
          <a:xfrm>
            <a:off x="54671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3" name="Google Shape;403;p45"/>
          <p:cNvSpPr txBox="1"/>
          <p:nvPr>
            <p:ph idx="13" type="body"/>
          </p:nvPr>
        </p:nvSpPr>
        <p:spPr>
          <a:xfrm>
            <a:off x="71872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4" name="Google Shape;404;p45"/>
          <p:cNvSpPr txBox="1"/>
          <p:nvPr>
            <p:ph type="title"/>
          </p:nvPr>
        </p:nvSpPr>
        <p:spPr>
          <a:xfrm>
            <a:off x="396875" y="3950225"/>
            <a:ext cx="31977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 name="Google Shape;405;p45"/>
          <p:cNvSpPr txBox="1"/>
          <p:nvPr>
            <p:ph idx="14" type="body"/>
          </p:nvPr>
        </p:nvSpPr>
        <p:spPr>
          <a:xfrm>
            <a:off x="396875" y="620025"/>
            <a:ext cx="29367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406" name="Google Shape;406;p45"/>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407" name="Google Shape;407;p4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ojis">
  <p:cSld name="CUSTOM">
    <p:bg>
      <p:bgPr>
        <a:solidFill>
          <a:schemeClr val="dk1"/>
        </a:solidFill>
      </p:bgPr>
    </p:bg>
    <p:spTree>
      <p:nvGrpSpPr>
        <p:cNvPr id="408" name="Shape 408"/>
        <p:cNvGrpSpPr/>
        <p:nvPr/>
      </p:nvGrpSpPr>
      <p:grpSpPr>
        <a:xfrm>
          <a:off x="0" y="0"/>
          <a:ext cx="0" cy="0"/>
          <a:chOff x="0" y="0"/>
          <a:chExt cx="0" cy="0"/>
        </a:xfrm>
      </p:grpSpPr>
      <p:sp>
        <p:nvSpPr>
          <p:cNvPr id="409" name="Google Shape;409;p4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410" name="Shape 410"/>
        <p:cNvGrpSpPr/>
        <p:nvPr/>
      </p:nvGrpSpPr>
      <p:grpSpPr>
        <a:xfrm>
          <a:off x="0" y="0"/>
          <a:ext cx="0" cy="0"/>
          <a:chOff x="0" y="0"/>
          <a:chExt cx="0" cy="0"/>
        </a:xfrm>
      </p:grpSpPr>
      <p:sp>
        <p:nvSpPr>
          <p:cNvPr id="411" name="Google Shape;411;p4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2" name="Google Shape;412;p4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FB07F"/>
              </a:buClr>
              <a:buSzPts val="3200"/>
              <a:buNone/>
              <a:defRPr>
                <a:solidFill>
                  <a:srgbClr val="8FB07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413" name="Shape 413"/>
        <p:cNvGrpSpPr/>
        <p:nvPr/>
      </p:nvGrpSpPr>
      <p:grpSpPr>
        <a:xfrm>
          <a:off x="0" y="0"/>
          <a:ext cx="0" cy="0"/>
          <a:chOff x="0" y="0"/>
          <a:chExt cx="0" cy="0"/>
        </a:xfrm>
      </p:grpSpPr>
      <p:sp>
        <p:nvSpPr>
          <p:cNvPr id="414" name="Google Shape;414;p48"/>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4A6741"/>
              </a:buClr>
              <a:buSzPts val="4400"/>
              <a:buFont typeface="Calibri"/>
              <a:buNone/>
              <a:defRPr>
                <a:solidFill>
                  <a:srgbClr val="4A67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4A6741"/>
              </a:buClr>
              <a:buSzPts val="3200"/>
              <a:buChar char="●"/>
              <a:defRPr>
                <a:solidFill>
                  <a:srgbClr val="4A6741"/>
                </a:solidFill>
              </a:defRPr>
            </a:lvl1pPr>
            <a:lvl2pPr indent="-406400" lvl="1" marL="914400" algn="l">
              <a:spcBef>
                <a:spcPts val="560"/>
              </a:spcBef>
              <a:spcAft>
                <a:spcPts val="0"/>
              </a:spcAft>
              <a:buClr>
                <a:srgbClr val="4A6741"/>
              </a:buClr>
              <a:buSzPts val="2800"/>
              <a:buChar char="○"/>
              <a:defRPr>
                <a:solidFill>
                  <a:srgbClr val="4A6741"/>
                </a:solidFill>
              </a:defRPr>
            </a:lvl2pPr>
            <a:lvl3pPr indent="-381000" lvl="2" marL="1371600" algn="l">
              <a:spcBef>
                <a:spcPts val="480"/>
              </a:spcBef>
              <a:spcAft>
                <a:spcPts val="0"/>
              </a:spcAft>
              <a:buClr>
                <a:srgbClr val="4A6741"/>
              </a:buClr>
              <a:buSzPts val="2400"/>
              <a:buChar char="■"/>
              <a:defRPr>
                <a:solidFill>
                  <a:srgbClr val="4A6741"/>
                </a:solidFill>
              </a:defRPr>
            </a:lvl3pPr>
            <a:lvl4pPr indent="-355600" lvl="3" marL="1828800" algn="l">
              <a:spcBef>
                <a:spcPts val="400"/>
              </a:spcBef>
              <a:spcAft>
                <a:spcPts val="0"/>
              </a:spcAft>
              <a:buClr>
                <a:srgbClr val="4A6741"/>
              </a:buClr>
              <a:buSzPts val="2000"/>
              <a:buChar char="●"/>
              <a:defRPr>
                <a:solidFill>
                  <a:srgbClr val="4A6741"/>
                </a:solidFill>
              </a:defRPr>
            </a:lvl4pPr>
            <a:lvl5pPr indent="-355600" lvl="4" marL="2286000" algn="l">
              <a:spcBef>
                <a:spcPts val="400"/>
              </a:spcBef>
              <a:spcAft>
                <a:spcPts val="0"/>
              </a:spcAft>
              <a:buClr>
                <a:srgbClr val="4A6741"/>
              </a:buClr>
              <a:buSzPts val="2000"/>
              <a:buChar char="○"/>
              <a:defRPr>
                <a:solidFill>
                  <a:srgbClr val="4A674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2">
    <p:spTree>
      <p:nvGrpSpPr>
        <p:cNvPr id="416" name="Shape 416"/>
        <p:cNvGrpSpPr/>
        <p:nvPr/>
      </p:nvGrpSpPr>
      <p:grpSpPr>
        <a:xfrm>
          <a:off x="0" y="0"/>
          <a:ext cx="0" cy="0"/>
          <a:chOff x="0" y="0"/>
          <a:chExt cx="0" cy="0"/>
        </a:xfrm>
      </p:grpSpPr>
      <p:sp>
        <p:nvSpPr>
          <p:cNvPr id="417" name="Google Shape;417;p49"/>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2">
    <p:spTree>
      <p:nvGrpSpPr>
        <p:cNvPr id="418" name="Shape 418"/>
        <p:cNvGrpSpPr/>
        <p:nvPr/>
      </p:nvGrpSpPr>
      <p:grpSpPr>
        <a:xfrm>
          <a:off x="0" y="0"/>
          <a:ext cx="0" cy="0"/>
          <a:chOff x="0" y="0"/>
          <a:chExt cx="0" cy="0"/>
        </a:xfrm>
      </p:grpSpPr>
      <p:sp>
        <p:nvSpPr>
          <p:cNvPr id="419" name="Google Shape;419;p50"/>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50"/>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FB07F"/>
              </a:buClr>
              <a:buSzPts val="2000"/>
              <a:buNone/>
              <a:defRPr sz="2000">
                <a:solidFill>
                  <a:srgbClr val="8FB07F"/>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23500"/>
            <a:ext cx="8686800" cy="2046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6000"/>
              <a:buFont typeface="Public Sans"/>
              <a:buNone/>
              <a:defRPr sz="6000">
                <a:solidFill>
                  <a:schemeClr val="dk1"/>
                </a:solidFill>
                <a:latin typeface="Public Sans"/>
                <a:ea typeface="Public Sans"/>
                <a:cs typeface="Public Sans"/>
                <a:sym typeface="Public Sans"/>
              </a:defRPr>
            </a:lvl1pPr>
            <a:lvl2pPr lvl="1">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2pPr>
            <a:lvl3pPr lvl="2">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3pPr>
            <a:lvl4pPr lvl="3">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4pPr>
            <a:lvl5pPr lvl="4">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5pPr>
            <a:lvl6pPr lvl="5">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6pPr>
            <a:lvl7pPr lvl="6">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7pPr>
            <a:lvl8pPr lvl="7">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8pPr>
            <a:lvl9pPr lvl="8">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9pPr>
          </a:lstStyle>
          <a:p/>
        </p:txBody>
      </p:sp>
      <p:sp>
        <p:nvSpPr>
          <p:cNvPr id="7" name="Google Shape;7;p1"/>
          <p:cNvSpPr txBox="1"/>
          <p:nvPr>
            <p:ph idx="1" type="body"/>
          </p:nvPr>
        </p:nvSpPr>
        <p:spPr>
          <a:xfrm>
            <a:off x="247900" y="3457700"/>
            <a:ext cx="8686800" cy="1491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1pPr>
            <a:lvl2pPr indent="-292100" lvl="1" marL="914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2pPr>
            <a:lvl3pPr indent="-292100" lvl="2" marL="1371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3pPr>
            <a:lvl4pPr indent="-292100" lvl="3" marL="1828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4pPr>
            <a:lvl5pPr indent="-292100" lvl="4" marL="22860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5pPr>
            <a:lvl6pPr indent="-292100" lvl="5" marL="2743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6pPr>
            <a:lvl7pPr indent="-292100" lvl="6" marL="3200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7pPr>
            <a:lvl8pPr indent="-292100" lvl="7" marL="3657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8pPr>
            <a:lvl9pPr indent="-292100" lvl="8" marL="4114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1"/>
                </a:solidFill>
                <a:latin typeface="Public Sans"/>
                <a:ea typeface="Public Sans"/>
                <a:cs typeface="Public Sans"/>
                <a:sym typeface="Public Sans"/>
              </a:defRPr>
            </a:lvl1pPr>
            <a:lvl2pPr lvl="1" algn="r">
              <a:buNone/>
              <a:defRPr sz="1300">
                <a:solidFill>
                  <a:schemeClr val="dk1"/>
                </a:solidFill>
                <a:latin typeface="Public Sans"/>
                <a:ea typeface="Public Sans"/>
                <a:cs typeface="Public Sans"/>
                <a:sym typeface="Public Sans"/>
              </a:defRPr>
            </a:lvl2pPr>
            <a:lvl3pPr lvl="2" algn="r">
              <a:buNone/>
              <a:defRPr sz="1300">
                <a:solidFill>
                  <a:schemeClr val="dk1"/>
                </a:solidFill>
                <a:latin typeface="Public Sans"/>
                <a:ea typeface="Public Sans"/>
                <a:cs typeface="Public Sans"/>
                <a:sym typeface="Public Sans"/>
              </a:defRPr>
            </a:lvl3pPr>
            <a:lvl4pPr lvl="3" algn="r">
              <a:buNone/>
              <a:defRPr sz="1300">
                <a:solidFill>
                  <a:schemeClr val="dk1"/>
                </a:solidFill>
                <a:latin typeface="Public Sans"/>
                <a:ea typeface="Public Sans"/>
                <a:cs typeface="Public Sans"/>
                <a:sym typeface="Public Sans"/>
              </a:defRPr>
            </a:lvl4pPr>
            <a:lvl5pPr lvl="4" algn="r">
              <a:buNone/>
              <a:defRPr sz="1300">
                <a:solidFill>
                  <a:schemeClr val="dk1"/>
                </a:solidFill>
                <a:latin typeface="Public Sans"/>
                <a:ea typeface="Public Sans"/>
                <a:cs typeface="Public Sans"/>
                <a:sym typeface="Public Sans"/>
              </a:defRPr>
            </a:lvl5pPr>
            <a:lvl6pPr lvl="5" algn="r">
              <a:buNone/>
              <a:defRPr sz="1300">
                <a:solidFill>
                  <a:schemeClr val="dk1"/>
                </a:solidFill>
                <a:latin typeface="Public Sans"/>
                <a:ea typeface="Public Sans"/>
                <a:cs typeface="Public Sans"/>
                <a:sym typeface="Public Sans"/>
              </a:defRPr>
            </a:lvl6pPr>
            <a:lvl7pPr lvl="6" algn="r">
              <a:buNone/>
              <a:defRPr sz="1300">
                <a:solidFill>
                  <a:schemeClr val="dk1"/>
                </a:solidFill>
                <a:latin typeface="Public Sans"/>
                <a:ea typeface="Public Sans"/>
                <a:cs typeface="Public Sans"/>
                <a:sym typeface="Public Sans"/>
              </a:defRPr>
            </a:lvl7pPr>
            <a:lvl8pPr lvl="7" algn="r">
              <a:buNone/>
              <a:defRPr sz="1300">
                <a:solidFill>
                  <a:schemeClr val="dk1"/>
                </a:solidFill>
                <a:latin typeface="Public Sans"/>
                <a:ea typeface="Public Sans"/>
                <a:cs typeface="Public Sans"/>
                <a:sym typeface="Public Sans"/>
              </a:defRPr>
            </a:lvl8pPr>
            <a:lvl9pPr lvl="8" algn="r">
              <a:buNone/>
              <a:defRPr sz="13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pos="529">
          <p15:clr>
            <a:srgbClr val="E46962"/>
          </p15:clr>
        </p15:guide>
        <p15:guide id="4" pos="606">
          <p15:clr>
            <a:srgbClr val="E46962"/>
          </p15:clr>
        </p15:guide>
        <p15:guide id="5" pos="991">
          <p15:clr>
            <a:srgbClr val="E46962"/>
          </p15:clr>
        </p15:guide>
        <p15:guide id="6" pos="1069">
          <p15:clr>
            <a:srgbClr val="E46962"/>
          </p15:clr>
        </p15:guide>
        <p15:guide id="7" pos="1454">
          <p15:clr>
            <a:srgbClr val="E46962"/>
          </p15:clr>
        </p15:guide>
        <p15:guide id="8" pos="1531">
          <p15:clr>
            <a:srgbClr val="E46962"/>
          </p15:clr>
        </p15:guide>
        <p15:guide id="9" pos="1916">
          <p15:clr>
            <a:srgbClr val="E46962"/>
          </p15:clr>
        </p15:guide>
        <p15:guide id="10" pos="1994">
          <p15:clr>
            <a:srgbClr val="E46962"/>
          </p15:clr>
        </p15:guide>
        <p15:guide id="11" pos="2379">
          <p15:clr>
            <a:srgbClr val="E46962"/>
          </p15:clr>
        </p15:guide>
        <p15:guide id="12" pos="2456">
          <p15:clr>
            <a:srgbClr val="E46962"/>
          </p15:clr>
        </p15:guide>
        <p15:guide id="13" pos="2919">
          <p15:clr>
            <a:srgbClr val="E46962"/>
          </p15:clr>
        </p15:guide>
        <p15:guide id="14" pos="3381">
          <p15:clr>
            <a:srgbClr val="E46962"/>
          </p15:clr>
        </p15:guide>
        <p15:guide id="15" pos="3766">
          <p15:clr>
            <a:srgbClr val="E46962"/>
          </p15:clr>
        </p15:guide>
        <p15:guide id="16" pos="3844">
          <p15:clr>
            <a:srgbClr val="E46962"/>
          </p15:clr>
        </p15:guide>
        <p15:guide id="17" pos="4229">
          <p15:clr>
            <a:srgbClr val="E46962"/>
          </p15:clr>
        </p15:guide>
        <p15:guide id="18" pos="2841">
          <p15:clr>
            <a:srgbClr val="E46962"/>
          </p15:clr>
        </p15:guide>
        <p15:guide id="19" pos="3304">
          <p15:clr>
            <a:srgbClr val="E46962"/>
          </p15:clr>
        </p15:guide>
        <p15:guide id="20" pos="4306">
          <p15:clr>
            <a:srgbClr val="E46962"/>
          </p15:clr>
        </p15:guide>
        <p15:guide id="21" pos="4691">
          <p15:clr>
            <a:srgbClr val="E46962"/>
          </p15:clr>
        </p15:guide>
        <p15:guide id="22" pos="4769">
          <p15:clr>
            <a:srgbClr val="E46962"/>
          </p15:clr>
        </p15:guide>
        <p15:guide id="23" pos="5154">
          <p15:clr>
            <a:srgbClr val="E46962"/>
          </p15:clr>
        </p15:guide>
        <p15:guide id="24" pos="5231">
          <p15:clr>
            <a:srgbClr val="E46962"/>
          </p15:clr>
        </p15:guide>
        <p15:guide id="25" pos="5616">
          <p15:clr>
            <a:srgbClr val="E46962"/>
          </p15:clr>
        </p15:guide>
        <p15:guide id="26" orient="horz" pos="29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1"/>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6800"/>
              <a:t>AI &amp;</a:t>
            </a:r>
            <a:br>
              <a:rPr lang="en" sz="6800"/>
            </a:br>
            <a:r>
              <a:rPr lang="en" sz="6800"/>
              <a:t>Your Champion</a:t>
            </a:r>
            <a:endParaRPr sz="6800"/>
          </a:p>
        </p:txBody>
      </p:sp>
      <p:sp>
        <p:nvSpPr>
          <p:cNvPr id="426" name="Google Shape;426;p51"/>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27" name="Google Shape;427;p5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1"/>
          <p:cNvSpPr txBox="1"/>
          <p:nvPr/>
        </p:nvSpPr>
        <p:spPr>
          <a:xfrm>
            <a:off x="398075" y="2427550"/>
            <a:ext cx="6183900" cy="15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TL5 - Lecture 1 Use AI to Draft it -</a:t>
            </a:r>
            <a:endParaRPr sz="2100">
              <a:solidFill>
                <a:schemeClr val="dk1"/>
              </a:solidFill>
              <a:latin typeface="Public Sans"/>
              <a:ea typeface="Public Sans"/>
              <a:cs typeface="Public Sans"/>
              <a:sym typeface="Public Sans"/>
            </a:endParaRPr>
          </a:p>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Then Own Every word</a:t>
            </a:r>
            <a:endParaRPr sz="2100">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34" name="Google Shape;434;p52"/>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35" name="Google Shape;435;p52"/>
          <p:cNvSpPr txBox="1"/>
          <p:nvPr>
            <p:ph type="title"/>
          </p:nvPr>
        </p:nvSpPr>
        <p:spPr>
          <a:xfrm>
            <a:off x="338425"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Meet Your TL5 Team</a:t>
            </a:r>
            <a:endParaRPr/>
          </a:p>
        </p:txBody>
      </p:sp>
      <p:sp>
        <p:nvSpPr>
          <p:cNvPr id="436" name="Google Shape;436;p52"/>
          <p:cNvSpPr txBox="1"/>
          <p:nvPr>
            <p:ph idx="2" type="body"/>
          </p:nvPr>
        </p:nvSpPr>
        <p:spPr>
          <a:xfrm>
            <a:off x="571350" y="1747675"/>
            <a:ext cx="6060600" cy="2682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Public Sans Light"/>
              <a:buChar char="●"/>
            </a:pPr>
            <a:r>
              <a:rPr lang="en" sz="1800">
                <a:latin typeface="Public Sans Light"/>
                <a:ea typeface="Public Sans Light"/>
                <a:cs typeface="Public Sans Light"/>
                <a:sym typeface="Public Sans Light"/>
              </a:rPr>
              <a:t>We are your TL5 group — everyone across the class who shares TL number 5.</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We circulate to help you prompt the AI and — the important part — verify what it gives back.</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“Is this actually right?” is today's whole skill — wave us over the moment you're unsure.</a:t>
            </a:r>
            <a:endParaRPr sz="1800">
              <a:latin typeface="Public Sans Light"/>
              <a:ea typeface="Public Sans Light"/>
              <a:cs typeface="Public Sans Light"/>
              <a:sym typeface="Public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type="title"/>
          </p:nvPr>
        </p:nvSpPr>
        <p:spPr>
          <a:xfrm>
            <a:off x="399900"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4500"/>
              <a:t>What Today is - and isn’t</a:t>
            </a:r>
            <a:endParaRPr sz="4500"/>
          </a:p>
        </p:txBody>
      </p:sp>
      <p:sp>
        <p:nvSpPr>
          <p:cNvPr id="442" name="Google Shape;442;p5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Will</a:t>
            </a:r>
            <a:endParaRPr/>
          </a:p>
        </p:txBody>
      </p:sp>
      <p:sp>
        <p:nvSpPr>
          <p:cNvPr id="443" name="Google Shape;443;p53"/>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44" name="Google Shape;444;p53"/>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445" name="Google Shape;445;p53"/>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4"/>
          <p:cNvSpPr txBox="1"/>
          <p:nvPr>
            <p:ph idx="2" type="subTitle"/>
          </p:nvPr>
        </p:nvSpPr>
        <p:spPr>
          <a:xfrm>
            <a:off x="2286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51" name="Google Shape;451;p5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52" name="Google Shape;452;p54"/>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the Campion is</a:t>
            </a:r>
            <a:endParaRPr/>
          </a:p>
        </p:txBody>
      </p:sp>
      <p:sp>
        <p:nvSpPr>
          <p:cNvPr id="453" name="Google Shape;453;p54"/>
          <p:cNvSpPr txBox="1"/>
          <p:nvPr>
            <p:ph idx="4" type="subTitle"/>
          </p:nvPr>
        </p:nvSpPr>
        <p:spPr>
          <a:xfrm>
            <a:off x="2431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02</a:t>
            </a:r>
            <a:endParaRPr/>
          </a:p>
        </p:txBody>
      </p:sp>
      <p:sp>
        <p:nvSpPr>
          <p:cNvPr id="454" name="Google Shape;454;p54"/>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Use Case — actors + numbered basic sequence; exceptions branch from a step (“Step 3a”).</a:t>
            </a:r>
            <a:endParaRPr sz="1400"/>
          </a:p>
        </p:txBody>
      </p:sp>
      <p:sp>
        <p:nvSpPr>
          <p:cNvPr id="455" name="Google Shape;455;p54"/>
          <p:cNvSpPr txBox="1"/>
          <p:nvPr>
            <p:ph idx="6" type="subTitle"/>
          </p:nvPr>
        </p:nvSpPr>
        <p:spPr>
          <a:xfrm>
            <a:off x="4633725"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56" name="Google Shape;456;p54"/>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Interface Contract — inputs / outputs / events, each typed and testable (not vague).</a:t>
            </a:r>
            <a:endParaRPr sz="1400"/>
          </a:p>
        </p:txBody>
      </p:sp>
      <p:sp>
        <p:nvSpPr>
          <p:cNvPr id="457" name="Google Shape;457;p54"/>
          <p:cNvSpPr txBox="1"/>
          <p:nvPr>
            <p:ph idx="8" type="subTitle"/>
          </p:nvPr>
        </p:nvSpPr>
        <p:spPr>
          <a:xfrm>
            <a:off x="6836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458" name="Google Shape;458;p54"/>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DFD — Gane–Sarson, context → your feature's zoom; no black holes or miracles.</a:t>
            </a:r>
            <a:endParaRPr sz="1400"/>
          </a:p>
        </p:txBody>
      </p:sp>
      <p:sp>
        <p:nvSpPr>
          <p:cNvPr id="459" name="Google Shape;459;p54"/>
          <p:cNvSpPr txBox="1"/>
          <p:nvPr>
            <p:ph idx="8" type="subTitle"/>
          </p:nvPr>
        </p:nvSpPr>
        <p:spPr>
          <a:xfrm>
            <a:off x="6836038" y="205145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460" name="Google Shape;460;p54"/>
          <p:cNvSpPr txBox="1"/>
          <p:nvPr>
            <p:ph idx="9" type="body"/>
          </p:nvPr>
        </p:nvSpPr>
        <p:spPr>
          <a:xfrm>
            <a:off x="6836163" y="252645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Timeline — work items + honest hour estimates (TL4 tracks you against these).</a:t>
            </a:r>
            <a:endParaRPr sz="1400"/>
          </a:p>
        </p:txBody>
      </p:sp>
      <p:sp>
        <p:nvSpPr>
          <p:cNvPr id="461" name="Google Shape;461;p54"/>
          <p:cNvSpPr txBox="1"/>
          <p:nvPr>
            <p:ph idx="5" type="body"/>
          </p:nvPr>
        </p:nvSpPr>
        <p:spPr>
          <a:xfrm>
            <a:off x="240850" y="7389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Introduction —what your feature does, and what it does NOT do.</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67" name="Google Shape;467;p55"/>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68" name="Google Shape;468;p55"/>
          <p:cNvSpPr txBox="1"/>
          <p:nvPr>
            <p:ph type="title"/>
          </p:nvPr>
        </p:nvSpPr>
        <p:spPr>
          <a:xfrm>
            <a:off x="399900" y="6178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3000"/>
              <a:t>How to prompt the AI to Produce Your </a:t>
            </a:r>
            <a:r>
              <a:rPr lang="en" sz="3000"/>
              <a:t>Champion</a:t>
            </a:r>
            <a:endParaRPr sz="3000"/>
          </a:p>
        </p:txBody>
      </p:sp>
      <p:sp>
        <p:nvSpPr>
          <p:cNvPr id="469" name="Google Shape;469;p55"/>
          <p:cNvSpPr txBox="1"/>
          <p:nvPr>
            <p:ph idx="2" type="body"/>
          </p:nvPr>
        </p:nvSpPr>
        <p:spPr>
          <a:xfrm>
            <a:off x="571350" y="1815675"/>
            <a:ext cx="6060600" cy="2682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ublic Sans Light"/>
              <a:buChar char="●"/>
            </a:pPr>
            <a:r>
              <a:rPr lang="en" sz="1400">
                <a:latin typeface="Public Sans Light"/>
                <a:ea typeface="Public Sans Light"/>
                <a:cs typeface="Public Sans Light"/>
                <a:sym typeface="Public Sans Light"/>
              </a:rPr>
              <a:t>You no longer write the Champion from scratch. Start from your Meet &amp; Greet feature description.</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Feed the AI three things: (1) that feature description, (2) the five-section structure, (3) the constraints only you know (7 weeks, one-directory rule, which teammates you touch).</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Drive it section by section — prompt, then verify each against what Dr. BC taught.</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OWNERSHIP: once written &amp; accepted, the Champion is YOUR contract for what you'll build.</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Want to change something? Do it NOW, while drafting. After today, this is what you're on the hook to deliver.</a:t>
            </a:r>
            <a:endParaRPr sz="1400">
              <a:latin typeface="Public Sans Light"/>
              <a:ea typeface="Public Sans Light"/>
              <a:cs typeface="Public Sans Light"/>
              <a:sym typeface="Public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6"/>
          <p:cNvSpPr txBox="1"/>
          <p:nvPr>
            <p:ph idx="14" type="subTitle"/>
          </p:nvPr>
        </p:nvSpPr>
        <p:spPr>
          <a:xfrm>
            <a:off x="231800" y="3508550"/>
            <a:ext cx="4398600" cy="90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latin typeface="Public Sans Medium"/>
                <a:ea typeface="Public Sans Medium"/>
                <a:cs typeface="Public Sans Medium"/>
                <a:sym typeface="Public Sans Medium"/>
              </a:rPr>
              <a:t>The Prompt-then-Verify Loop</a:t>
            </a:r>
            <a:endParaRPr sz="3000">
              <a:latin typeface="Public Sans Medium"/>
              <a:ea typeface="Public Sans Medium"/>
              <a:cs typeface="Public Sans Medium"/>
              <a:sym typeface="Public Sans Medium"/>
            </a:endParaRPr>
          </a:p>
        </p:txBody>
      </p:sp>
      <p:sp>
        <p:nvSpPr>
          <p:cNvPr id="475" name="Google Shape;475;p56"/>
          <p:cNvSpPr txBox="1"/>
          <p:nvPr>
            <p:ph idx="2" type="body"/>
          </p:nvPr>
        </p:nvSpPr>
        <p:spPr>
          <a:xfrm>
            <a:off x="5367775" y="3728650"/>
            <a:ext cx="3541500" cy="10497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2000"/>
              <a:t>“The AI wrote it” is never an answer at the oral exam.</a:t>
            </a:r>
            <a:endParaRPr sz="2000"/>
          </a:p>
        </p:txBody>
      </p:sp>
      <p:sp>
        <p:nvSpPr>
          <p:cNvPr id="476" name="Google Shape;476;p56"/>
          <p:cNvSpPr txBox="1"/>
          <p:nvPr>
            <p:ph idx="1" type="body"/>
          </p:nvPr>
        </p:nvSpPr>
        <p:spPr>
          <a:xfrm>
            <a:off x="228600" y="4805322"/>
            <a:ext cx="2936700" cy="24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77" name="Google Shape;477;p56"/>
          <p:cNvSpPr txBox="1"/>
          <p:nvPr>
            <p:ph idx="4294967295" type="body"/>
          </p:nvPr>
        </p:nvSpPr>
        <p:spPr>
          <a:xfrm>
            <a:off x="5993850" y="4783500"/>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78" name="Google Shape;478;p56"/>
          <p:cNvSpPr txBox="1"/>
          <p:nvPr>
            <p:ph idx="3" type="body"/>
          </p:nvPr>
        </p:nvSpPr>
        <p:spPr>
          <a:xfrm>
            <a:off x="280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PROMPT: </a:t>
            </a:r>
            <a:endParaRPr sz="1700"/>
          </a:p>
          <a:p>
            <a:pPr indent="0" lvl="0" marL="0" rtl="0" algn="l">
              <a:spcBef>
                <a:spcPts val="0"/>
              </a:spcBef>
              <a:spcAft>
                <a:spcPts val="0"/>
              </a:spcAft>
              <a:buNone/>
            </a:pPr>
            <a:r>
              <a:rPr lang="en" sz="1700"/>
              <a:t>feature + section + the constraints only you know.</a:t>
            </a:r>
            <a:endParaRPr sz="1700"/>
          </a:p>
        </p:txBody>
      </p:sp>
      <p:sp>
        <p:nvSpPr>
          <p:cNvPr id="479" name="Google Shape;479;p56"/>
          <p:cNvSpPr txBox="1"/>
          <p:nvPr>
            <p:ph idx="4" type="body"/>
          </p:nvPr>
        </p:nvSpPr>
        <p:spPr>
          <a:xfrm>
            <a:off x="2482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Draft</a:t>
            </a:r>
            <a:r>
              <a:rPr lang="en" sz="1700"/>
              <a:t>: </a:t>
            </a:r>
            <a:endParaRPr sz="1700"/>
          </a:p>
          <a:p>
            <a:pPr indent="0" lvl="0" marL="0" rtl="0" algn="l">
              <a:spcBef>
                <a:spcPts val="0"/>
              </a:spcBef>
              <a:spcAft>
                <a:spcPts val="0"/>
              </a:spcAft>
              <a:buClr>
                <a:schemeClr val="dk1"/>
              </a:buClr>
              <a:buSzPts val="1100"/>
              <a:buNone/>
            </a:pPr>
            <a:r>
              <a:rPr lang="en" sz="1700"/>
              <a:t>The AI produces v0.9 (fast, ~80% there).</a:t>
            </a:r>
            <a:endParaRPr sz="1700"/>
          </a:p>
          <a:p>
            <a:pPr indent="0" lvl="0" marL="0" rtl="0" algn="l">
              <a:spcBef>
                <a:spcPts val="0"/>
              </a:spcBef>
              <a:spcAft>
                <a:spcPts val="0"/>
              </a:spcAft>
              <a:buClr>
                <a:schemeClr val="dk1"/>
              </a:buClr>
              <a:buSzPts val="1100"/>
              <a:buNone/>
            </a:pPr>
            <a:r>
              <a:t/>
            </a:r>
            <a:endParaRPr sz="1700"/>
          </a:p>
        </p:txBody>
      </p:sp>
      <p:sp>
        <p:nvSpPr>
          <p:cNvPr id="480" name="Google Shape;480;p56"/>
          <p:cNvSpPr txBox="1"/>
          <p:nvPr>
            <p:ph idx="5" type="body"/>
          </p:nvPr>
        </p:nvSpPr>
        <p:spPr>
          <a:xfrm>
            <a:off x="4685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Verify</a:t>
            </a:r>
            <a:r>
              <a:rPr lang="en" sz="1700"/>
              <a:t>: </a:t>
            </a:r>
            <a:endParaRPr sz="1700"/>
          </a:p>
          <a:p>
            <a:pPr indent="0" lvl="0" marL="0" rtl="0" algn="l">
              <a:spcBef>
                <a:spcPts val="0"/>
              </a:spcBef>
              <a:spcAft>
                <a:spcPts val="0"/>
              </a:spcAft>
              <a:buClr>
                <a:schemeClr val="dk1"/>
              </a:buClr>
              <a:buSzPts val="1100"/>
              <a:buNone/>
            </a:pPr>
            <a:r>
              <a:rPr lang="en" sz="1700"/>
              <a:t>Line by line: feasible? Matches what you were taught? Tiles with teammates? (this is the graded step)</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1" name="Google Shape;481;p56"/>
          <p:cNvSpPr txBox="1"/>
          <p:nvPr>
            <p:ph idx="6" type="body"/>
          </p:nvPr>
        </p:nvSpPr>
        <p:spPr>
          <a:xfrm>
            <a:off x="6887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Own</a:t>
            </a:r>
            <a:r>
              <a:rPr lang="en" sz="1700"/>
              <a:t>: </a:t>
            </a:r>
            <a:endParaRPr sz="1700"/>
          </a:p>
          <a:p>
            <a:pPr indent="0" lvl="0" marL="0" rtl="0" algn="l">
              <a:spcBef>
                <a:spcPts val="0"/>
              </a:spcBef>
              <a:spcAft>
                <a:spcPts val="0"/>
              </a:spcAft>
              <a:buClr>
                <a:schemeClr val="dk1"/>
              </a:buClr>
              <a:buSzPts val="1100"/>
              <a:buNone/>
            </a:pPr>
            <a:r>
              <a:rPr lang="en" sz="1700"/>
              <a:t>Correct + log it. Repeat per section.</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2" name="Google Shape;482;p56"/>
          <p:cNvSpPr txBox="1"/>
          <p:nvPr>
            <p:ph idx="7" type="subTitle"/>
          </p:nvPr>
        </p:nvSpPr>
        <p:spPr>
          <a:xfrm>
            <a:off x="280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#1</a:t>
            </a:r>
            <a:endParaRPr/>
          </a:p>
        </p:txBody>
      </p:sp>
      <p:sp>
        <p:nvSpPr>
          <p:cNvPr id="483" name="Google Shape;483;p56"/>
          <p:cNvSpPr txBox="1"/>
          <p:nvPr>
            <p:ph idx="8" type="subTitle"/>
          </p:nvPr>
        </p:nvSpPr>
        <p:spPr>
          <a:xfrm>
            <a:off x="2482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a:t>
            </a:r>
            <a:r>
              <a:rPr lang="en"/>
              <a:t>#2</a:t>
            </a:r>
            <a:endParaRPr/>
          </a:p>
        </p:txBody>
      </p:sp>
      <p:sp>
        <p:nvSpPr>
          <p:cNvPr id="484" name="Google Shape;484;p56"/>
          <p:cNvSpPr txBox="1"/>
          <p:nvPr>
            <p:ph idx="9" type="subTitle"/>
          </p:nvPr>
        </p:nvSpPr>
        <p:spPr>
          <a:xfrm>
            <a:off x="4685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a:t>
            </a:r>
            <a:r>
              <a:rPr lang="en"/>
              <a:t>#3</a:t>
            </a:r>
            <a:endParaRPr/>
          </a:p>
        </p:txBody>
      </p:sp>
      <p:sp>
        <p:nvSpPr>
          <p:cNvPr id="485" name="Google Shape;485;p56"/>
          <p:cNvSpPr txBox="1"/>
          <p:nvPr>
            <p:ph idx="13" type="subTitle"/>
          </p:nvPr>
        </p:nvSpPr>
        <p:spPr>
          <a:xfrm>
            <a:off x="6887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#4</a:t>
            </a:r>
            <a:endParaRPr/>
          </a:p>
        </p:txBody>
      </p:sp>
      <p:sp>
        <p:nvSpPr>
          <p:cNvPr id="486" name="Google Shape;486;p56"/>
          <p:cNvSpPr txBox="1"/>
          <p:nvPr>
            <p:ph idx="4294967295" type="sldNum"/>
          </p:nvPr>
        </p:nvSpPr>
        <p:spPr>
          <a:xfrm>
            <a:off x="8556784" y="48260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type="title"/>
          </p:nvPr>
        </p:nvSpPr>
        <p:spPr>
          <a:xfrm>
            <a:off x="57135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4A6741"/>
              </a:buClr>
              <a:buSzPts val="4400"/>
              <a:buFont typeface="Calibri"/>
              <a:buNone/>
            </a:pPr>
            <a:r>
              <a:rPr lang="en" sz="3100">
                <a:latin typeface="Public Sans Medium"/>
                <a:ea typeface="Public Sans Medium"/>
                <a:cs typeface="Public Sans Medium"/>
                <a:sym typeface="Public Sans Medium"/>
              </a:rPr>
              <a:t>Then: Generate Your Coding Time Estimates</a:t>
            </a:r>
            <a:endParaRPr sz="3100">
              <a:latin typeface="Public Sans Medium"/>
              <a:ea typeface="Public Sans Medium"/>
              <a:cs typeface="Public Sans Medium"/>
              <a:sym typeface="Public Sans Medium"/>
            </a:endParaRPr>
          </a:p>
          <a:p>
            <a:pPr indent="0" lvl="0" marL="0" rtl="0" algn="l">
              <a:lnSpc>
                <a:spcPct val="80000"/>
              </a:lnSpc>
              <a:spcBef>
                <a:spcPts val="0"/>
              </a:spcBef>
              <a:spcAft>
                <a:spcPts val="0"/>
              </a:spcAft>
              <a:buNone/>
            </a:pPr>
            <a:r>
              <a:t/>
            </a:r>
            <a:endParaRPr sz="3100">
              <a:latin typeface="Public Sans Medium"/>
              <a:ea typeface="Public Sans Medium"/>
              <a:cs typeface="Public Sans Medium"/>
              <a:sym typeface="Public Sans Medium"/>
            </a:endParaRPr>
          </a:p>
        </p:txBody>
      </p:sp>
      <p:sp>
        <p:nvSpPr>
          <p:cNvPr id="492" name="Google Shape;492;p5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KC</a:t>
            </a:r>
            <a:endParaRPr/>
          </a:p>
        </p:txBody>
      </p:sp>
      <p:sp>
        <p:nvSpPr>
          <p:cNvPr id="493" name="Google Shape;493;p57"/>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94" name="Google Shape;494;p57"/>
          <p:cNvSpPr txBox="1"/>
          <p:nvPr>
            <p:ph idx="2" type="body"/>
          </p:nvPr>
        </p:nvSpPr>
        <p:spPr>
          <a:xfrm>
            <a:off x="571350" y="1495275"/>
            <a:ext cx="5582100" cy="2793300"/>
          </a:xfrm>
          <a:prstGeom prst="rect">
            <a:avLst/>
          </a:prstGeom>
        </p:spPr>
        <p:txBody>
          <a:bodyPr anchorCtr="0" anchor="t" bIns="91425" lIns="91425" spcFirstLastPara="1" rIns="91425" wrap="square" tIns="91425">
            <a:noAutofit/>
          </a:bodyPr>
          <a:lstStyle/>
          <a:p>
            <a:pPr indent="-274320" lvl="0" marL="342900" rtl="0" algn="l">
              <a:spcBef>
                <a:spcPts val="0"/>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Second output: prompt the AI to break your CODING work into fine-grained items, each with an hour estimate.</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Fine-grained: “serialization method 3h / load method 2h / corrupt-file case 1h” — NOT “Save/Load, 20h.”</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These become your CONTRACT with TL4: you'll log actual hours against them. (Estimate 3h, log 20 min → roasted.)</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AI estimates your CODING + SA tasks. You fill Meetings &amp; Overhead yourself.</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Training = hours attending these TL lectures (Overhead tab) — log it; your “company” sent you to training.</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Format: (task, predicted hours) — drops straight into the Gantt you set up next with TL4.</a:t>
            </a:r>
            <a:endParaRPr sz="14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400">
              <a:latin typeface="Public Sans Light"/>
              <a:ea typeface="Public Sans Light"/>
              <a:cs typeface="Public Sans Light"/>
              <a:sym typeface="Public Sans Light"/>
            </a:endParaRPr>
          </a:p>
        </p:txBody>
      </p:sp>
      <p:sp>
        <p:nvSpPr>
          <p:cNvPr id="495" name="Google Shape;495;p57"/>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8"/>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8"/>
          <p:cNvSpPr txBox="1"/>
          <p:nvPr>
            <p:ph type="title"/>
          </p:nvPr>
        </p:nvSpPr>
        <p:spPr>
          <a:xfrm>
            <a:off x="228600" y="620025"/>
            <a:ext cx="8344200" cy="7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you Do</a:t>
            </a:r>
            <a:endParaRPr/>
          </a:p>
        </p:txBody>
      </p:sp>
      <p:sp>
        <p:nvSpPr>
          <p:cNvPr id="502" name="Google Shape;502;p58"/>
          <p:cNvSpPr txBox="1"/>
          <p:nvPr>
            <p:ph idx="2" type="body"/>
          </p:nvPr>
        </p:nvSpPr>
        <p:spPr>
          <a:xfrm>
            <a:off x="374225" y="1913050"/>
            <a:ext cx="5582100" cy="2000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Use the Sample </a:t>
            </a:r>
            <a:r>
              <a:rPr lang="en"/>
              <a:t>document</a:t>
            </a:r>
            <a:r>
              <a:rPr lang="en"/>
              <a:t> found on canvas under gate 2 team lead 5 lecture 1</a:t>
            </a:r>
            <a:endParaRPr/>
          </a:p>
          <a:p>
            <a:pPr indent="-342900" lvl="0" marL="457200" rtl="0" algn="l">
              <a:spcBef>
                <a:spcPts val="0"/>
              </a:spcBef>
              <a:spcAft>
                <a:spcPts val="0"/>
              </a:spcAft>
              <a:buSzPts val="1800"/>
              <a:buAutoNum type="arabicPeriod"/>
            </a:pPr>
            <a:r>
              <a:rPr lang="en"/>
              <a:t>Feature specifications from the meet &amp; greet feature document</a:t>
            </a:r>
            <a:endParaRPr/>
          </a:p>
          <a:p>
            <a:pPr indent="-342900" lvl="0" marL="457200" rtl="0" algn="l">
              <a:spcBef>
                <a:spcPts val="0"/>
              </a:spcBef>
              <a:spcAft>
                <a:spcPts val="0"/>
              </a:spcAft>
              <a:buSzPts val="1800"/>
              <a:buAutoNum type="arabicPeriod"/>
            </a:pPr>
            <a:r>
              <a:rPr lang="en"/>
              <a:t>The five part </a:t>
            </a:r>
            <a:r>
              <a:rPr lang="en"/>
              <a:t>skeletal</a:t>
            </a:r>
            <a:r>
              <a:rPr lang="en"/>
              <a:t> structure found discord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08" name="Google Shape;508;p59"/>
          <p:cNvSpPr txBox="1"/>
          <p:nvPr>
            <p:ph type="title"/>
          </p:nvPr>
        </p:nvSpPr>
        <p:spPr>
          <a:xfrm>
            <a:off x="506425" y="223500"/>
            <a:ext cx="8008200" cy="9096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b="0" lang="en" sz="4800">
                <a:latin typeface="Public Sans SemiBold"/>
                <a:ea typeface="Public Sans SemiBold"/>
                <a:cs typeface="Public Sans SemiBold"/>
                <a:sym typeface="Public Sans SemiBold"/>
              </a:rPr>
              <a:t>A Real Prompt (Save/Load)</a:t>
            </a:r>
            <a:endParaRPr b="0" sz="4800">
              <a:latin typeface="Public Sans SemiBold"/>
              <a:ea typeface="Public Sans SemiBold"/>
              <a:cs typeface="Public Sans SemiBold"/>
              <a:sym typeface="Public Sans SemiBold"/>
            </a:endParaRPr>
          </a:p>
        </p:txBody>
      </p:sp>
      <p:sp>
        <p:nvSpPr>
          <p:cNvPr id="509" name="Google Shape;509;p59"/>
          <p:cNvSpPr txBox="1"/>
          <p:nvPr/>
        </p:nvSpPr>
        <p:spPr>
          <a:xfrm>
            <a:off x="658500" y="1133100"/>
            <a:ext cx="7827000" cy="359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Public Sans"/>
                <a:ea typeface="Public Sans"/>
                <a:cs typeface="Public Sans"/>
                <a:sym typeface="Public Sans"/>
              </a:rPr>
              <a:t>“I'm writing the interface contract for my Save/Load feature in a 6-person Unity game.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It must expose how other features hand over state to save and get it back to restore.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Every field needs a type and units. List the methods and events other features call, with a one-line promise each.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Keep the surface minimal. Do not describe how Save/Load works inside.”</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rPr lang="en" sz="1600">
                <a:solidFill>
                  <a:schemeClr val="lt1"/>
                </a:solidFill>
                <a:latin typeface="Public Sans"/>
                <a:ea typeface="Public Sans"/>
                <a:cs typeface="Public Sans"/>
                <a:sym typeface="Public Sans"/>
              </a:rPr>
              <a:t>Then VERIFY: are the types concrete (float, int 0–100) not adjectives?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every member testable by a teammate who can't see your code?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the surface minimal?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If any answer is no, re-prompt — don't just accept it.</a:t>
            </a:r>
            <a:endParaRPr sz="1600">
              <a:solidFill>
                <a:schemeClr val="lt1"/>
              </a:solidFill>
              <a:latin typeface="Public Sans"/>
              <a:ea typeface="Public Sans"/>
              <a:cs typeface="Public Sans"/>
              <a:sym typeface="Public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0"/>
          <p:cNvSpPr txBox="1"/>
          <p:nvPr>
            <p:ph type="title"/>
          </p:nvPr>
        </p:nvSpPr>
        <p:spPr>
          <a:xfrm>
            <a:off x="46150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Using AI Is Expected. Owning It Is Required.</a:t>
            </a:r>
            <a:endParaRPr sz="3000"/>
          </a:p>
        </p:txBody>
      </p:sp>
      <p:sp>
        <p:nvSpPr>
          <p:cNvPr id="515" name="Google Shape;515;p60"/>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Wyatt</a:t>
            </a:r>
            <a:endParaRPr/>
          </a:p>
        </p:txBody>
      </p:sp>
      <p:sp>
        <p:nvSpPr>
          <p:cNvPr id="516" name="Google Shape;516;p60"/>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17" name="Google Shape;517;p60"/>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518" name="Google Shape;518;p60"/>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24" name="Google Shape;524;p61"/>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25" name="Google Shape;525;p61"/>
          <p:cNvSpPr txBox="1"/>
          <p:nvPr>
            <p:ph type="title"/>
          </p:nvPr>
        </p:nvSpPr>
        <p:spPr>
          <a:xfrm>
            <a:off x="399900" y="521500"/>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accent5"/>
              </a:buClr>
              <a:buSzPts val="4400"/>
              <a:buFont typeface="Calibri"/>
              <a:buNone/>
            </a:pPr>
            <a:r>
              <a:rPr lang="en" sz="3600">
                <a:latin typeface="Public Sans Medium"/>
                <a:ea typeface="Public Sans Medium"/>
                <a:cs typeface="Public Sans Medium"/>
                <a:sym typeface="Public Sans Medium"/>
              </a:rPr>
              <a:t>Workshop — Draft, Verify, and Estimate Now</a:t>
            </a:r>
            <a:endParaRPr sz="3600">
              <a:latin typeface="Public Sans Medium"/>
              <a:ea typeface="Public Sans Medium"/>
              <a:cs typeface="Public Sans Medium"/>
              <a:sym typeface="Public Sans Medium"/>
            </a:endParaRPr>
          </a:p>
          <a:p>
            <a:pPr indent="0" lvl="0" marL="0" rtl="0" algn="l">
              <a:lnSpc>
                <a:spcPct val="80000"/>
              </a:lnSpc>
              <a:spcBef>
                <a:spcPts val="0"/>
              </a:spcBef>
              <a:spcAft>
                <a:spcPts val="0"/>
              </a:spcAft>
              <a:buClr>
                <a:schemeClr val="dk1"/>
              </a:buClr>
              <a:buSzPts val="1100"/>
              <a:buFont typeface="Arial"/>
              <a:buNone/>
            </a:pPr>
            <a:r>
              <a:t/>
            </a:r>
            <a:endParaRPr sz="3600">
              <a:latin typeface="Public Sans Medium"/>
              <a:ea typeface="Public Sans Medium"/>
              <a:cs typeface="Public Sans Medium"/>
              <a:sym typeface="Public Sans Medium"/>
            </a:endParaRPr>
          </a:p>
        </p:txBody>
      </p:sp>
      <p:sp>
        <p:nvSpPr>
          <p:cNvPr id="526" name="Google Shape;526;p61"/>
          <p:cNvSpPr txBox="1"/>
          <p:nvPr>
            <p:ph idx="2" type="body"/>
          </p:nvPr>
        </p:nvSpPr>
        <p:spPr>
          <a:xfrm>
            <a:off x="560650" y="1715075"/>
            <a:ext cx="6060600" cy="26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Public Sans Light"/>
                <a:ea typeface="Public Sans Light"/>
                <a:cs typeface="Public Sans Light"/>
                <a:sym typeface="Public Sans Light"/>
              </a:rPr>
              <a:t>~12 min, laptops open, TL5s circulating. Output required before you leave.</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Feed your Meet &amp; Greet feature description to the AI; prompt your Introduction found on your team github.</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it names what your feature does NOT do.</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with the Five key pieces we </a:t>
            </a:r>
            <a:r>
              <a:rPr lang="en" sz="1400">
                <a:latin typeface="Public Sans Light"/>
                <a:ea typeface="Public Sans Light"/>
                <a:cs typeface="Public Sans Light"/>
                <a:sym typeface="Public Sans Light"/>
              </a:rPr>
              <a:t>discussed</a:t>
            </a:r>
            <a:r>
              <a:rPr lang="en" sz="1400">
                <a:latin typeface="Public Sans Light"/>
                <a:ea typeface="Public Sans Light"/>
                <a:cs typeface="Public Sans Light"/>
                <a:sym typeface="Public Sans Light"/>
              </a:rPr>
              <a:t> earlier which can be .</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at least one exception branches from a numbered step (“Step 3a”).</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fine-grained CODING estimates: (task, predicted hours).</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3a. You carry these into the TL4 lecture next — they go straight into the Gantt.</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3b. Show a TL5 your prompt AND your correction — the correction is the point.</a:t>
            </a:r>
            <a:endParaRPr sz="1400">
              <a:latin typeface="Public Sans Light"/>
              <a:ea typeface="Public Sans Light"/>
              <a:cs typeface="Public Sans Light"/>
              <a:sym typeface="Public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Sneha</a:t>
            </a:r>
            <a:endParaRPr/>
          </a:p>
        </p:txBody>
      </p:sp>
      <p:sp>
        <p:nvSpPr>
          <p:cNvPr id="532" name="Google Shape;532;p62"/>
          <p:cNvSpPr txBox="1"/>
          <p:nvPr/>
        </p:nvSpPr>
        <p:spPr>
          <a:xfrm>
            <a:off x="747400" y="2640838"/>
            <a:ext cx="7772400" cy="136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 sz="4000">
                <a:solidFill>
                  <a:srgbClr val="FFFFFF"/>
                </a:solidFill>
                <a:latin typeface="Public Sans"/>
                <a:ea typeface="Public Sans"/>
                <a:cs typeface="Public Sans"/>
                <a:sym typeface="Public Sans"/>
              </a:rPr>
              <a:t>→ NEXT: TL4 — PUT YOUR ESTIMATES TO WORK</a:t>
            </a:r>
            <a:endParaRPr sz="4000">
              <a:solidFill>
                <a:srgbClr val="FFFFFF"/>
              </a:solidFill>
              <a:latin typeface="Public Sans"/>
              <a:ea typeface="Public Sans"/>
              <a:cs typeface="Public Sans"/>
              <a:sym typeface="Public Sans"/>
            </a:endParaRPr>
          </a:p>
        </p:txBody>
      </p:sp>
      <p:sp>
        <p:nvSpPr>
          <p:cNvPr id="533" name="Google Shape;533;p62"/>
          <p:cNvSpPr txBox="1"/>
          <p:nvPr/>
        </p:nvSpPr>
        <p:spPr>
          <a:xfrm>
            <a:off x="747400" y="1140650"/>
            <a:ext cx="7772400" cy="1500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rPr lang="en" sz="2000">
                <a:solidFill>
                  <a:schemeClr val="lt1"/>
                </a:solidFill>
                <a:latin typeface="Public Sans Light"/>
                <a:ea typeface="Public Sans Light"/>
                <a:cs typeface="Public Sans Light"/>
                <a:sym typeface="Public Sans Light"/>
              </a:rPr>
              <a:t>Bring your (task, predicted hours) estimates — TL4 shows you where they go and how tracking works.</a:t>
            </a:r>
            <a:endParaRPr sz="2000">
              <a:solidFill>
                <a:schemeClr val="lt1"/>
              </a:solidFill>
              <a:latin typeface="Public Sans Light"/>
              <a:ea typeface="Public Sans Light"/>
              <a:cs typeface="Public Sans Light"/>
              <a:sym typeface="Public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3"/>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Sneha</a:t>
            </a:r>
            <a:endParaRPr/>
          </a:p>
        </p:txBody>
      </p:sp>
      <p:sp>
        <p:nvSpPr>
          <p:cNvPr id="539" name="Google Shape;539;p63"/>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40" name="Google Shape;540;p63"/>
          <p:cNvSpPr txBox="1"/>
          <p:nvPr/>
        </p:nvSpPr>
        <p:spPr>
          <a:xfrm>
            <a:off x="457200" y="274638"/>
            <a:ext cx="7183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4400">
                <a:solidFill>
                  <a:schemeClr val="dk1"/>
                </a:solidFill>
                <a:latin typeface="Public Sans Medium"/>
                <a:ea typeface="Public Sans Medium"/>
                <a:cs typeface="Public Sans Medium"/>
                <a:sym typeface="Public Sans Medium"/>
              </a:rPr>
              <a:t>Recap — What You Owe</a:t>
            </a:r>
            <a:endParaRPr sz="4400">
              <a:solidFill>
                <a:schemeClr val="dk1"/>
              </a:solidFill>
              <a:latin typeface="Public Sans Medium"/>
              <a:ea typeface="Public Sans Medium"/>
              <a:cs typeface="Public Sans Medium"/>
              <a:sym typeface="Public Sans Medium"/>
            </a:endParaRPr>
          </a:p>
        </p:txBody>
      </p:sp>
      <p:sp>
        <p:nvSpPr>
          <p:cNvPr id="541" name="Google Shape;541;p63"/>
          <p:cNvSpPr txBox="1"/>
          <p:nvPr/>
        </p:nvSpPr>
        <p:spPr>
          <a:xfrm>
            <a:off x="457200" y="1417650"/>
            <a:ext cx="8229600" cy="3289500"/>
          </a:xfrm>
          <a:prstGeom prst="rect">
            <a:avLst/>
          </a:prstGeom>
          <a:noFill/>
          <a:ln>
            <a:noFill/>
          </a:ln>
        </p:spPr>
        <p:txBody>
          <a:bodyPr anchorCtr="0" anchor="t" bIns="45700" lIns="91425" spcFirstLastPara="1" rIns="91425" wrap="square" tIns="45700">
            <a:normAutofit/>
          </a:bodyPr>
          <a:lstStyle/>
          <a:p>
            <a:pPr indent="-284480" lvl="0" marL="342900" rtl="0" algn="l">
              <a:spcBef>
                <a:spcPts val="0"/>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A Champion for your feature — all five sections, AI-drafted, verified &amp; OWNED by you (the correction is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Fine-grained coding estimates — carried into TL4 now.</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Your AI interaction log — every question you asked (part of the AI policy,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Check yourself against the Save/Load sample Champion and Dr. BC's section lectures.</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Due per the course schedule; marking on Canvas (your TL5 states it).</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Next — TL5 Part 2: AI code generation, the ethics of it, and self-documenting design.</a:t>
            </a:r>
            <a:endParaRPr sz="1800">
              <a:solidFill>
                <a:schemeClr val="dk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New Employee Orientation &amp; Training">
  <a:themeElements>
    <a:clrScheme name="Simple Light">
      <a:dk1>
        <a:srgbClr val="000000"/>
      </a:dk1>
      <a:lt1>
        <a:srgbClr val="FBF8F4"/>
      </a:lt1>
      <a:dk2>
        <a:srgbClr val="4B917D"/>
      </a:dk2>
      <a:lt2>
        <a:srgbClr val="DAFEA4"/>
      </a:lt2>
      <a:accent1>
        <a:srgbClr val="A0C7FE"/>
      </a:accent1>
      <a:accent2>
        <a:srgbClr val="E0E0E0"/>
      </a:accent2>
      <a:accent3>
        <a:srgbClr val="BDE6DB"/>
      </a:accent3>
      <a:accent4>
        <a:srgbClr val="F7FDD7"/>
      </a:accent4>
      <a:accent5>
        <a:srgbClr val="FFFFFF"/>
      </a:accent5>
      <a:accent6>
        <a:srgbClr val="3F8BA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