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45"/>
  </p:notesMasterIdLst>
  <p:sldIdLst>
    <p:sldId id="256" r:id="rId5"/>
    <p:sldId id="257" r:id="rId6"/>
    <p:sldId id="266" r:id="rId7"/>
    <p:sldId id="259" r:id="rId8"/>
    <p:sldId id="269" r:id="rId9"/>
    <p:sldId id="270" r:id="rId10"/>
    <p:sldId id="271" r:id="rId11"/>
    <p:sldId id="272" r:id="rId12"/>
    <p:sldId id="273" r:id="rId13"/>
    <p:sldId id="274" r:id="rId14"/>
    <p:sldId id="260" r:id="rId15"/>
    <p:sldId id="261" r:id="rId16"/>
    <p:sldId id="262" r:id="rId17"/>
    <p:sldId id="263" r:id="rId18"/>
    <p:sldId id="264" r:id="rId19"/>
    <p:sldId id="265" r:id="rId20"/>
    <p:sldId id="276" r:id="rId21"/>
    <p:sldId id="277" r:id="rId22"/>
    <p:sldId id="281" r:id="rId23"/>
    <p:sldId id="282" r:id="rId24"/>
    <p:sldId id="291" r:id="rId25"/>
    <p:sldId id="292" r:id="rId26"/>
    <p:sldId id="293" r:id="rId27"/>
    <p:sldId id="294" r:id="rId28"/>
    <p:sldId id="301" r:id="rId29"/>
    <p:sldId id="302" r:id="rId30"/>
    <p:sldId id="303" r:id="rId31"/>
    <p:sldId id="304" r:id="rId32"/>
    <p:sldId id="279" r:id="rId33"/>
    <p:sldId id="278" r:id="rId34"/>
    <p:sldId id="283" r:id="rId35"/>
    <p:sldId id="284" r:id="rId36"/>
    <p:sldId id="267" r:id="rId37"/>
    <p:sldId id="268" r:id="rId38"/>
    <p:sldId id="297" r:id="rId39"/>
    <p:sldId id="298" r:id="rId40"/>
    <p:sldId id="287" r:id="rId41"/>
    <p:sldId id="288" r:id="rId42"/>
    <p:sldId id="289" r:id="rId43"/>
    <p:sldId id="290"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D8F5B4B-DBC5-48DC-8225-8485A205DBF6}">
          <p14:sldIdLst/>
        </p14:section>
        <p14:section name="Untitled Section" id="{43F2DA3B-E24D-4125-A63E-ABA3561E77B8}">
          <p14:sldIdLst>
            <p14:sldId id="256"/>
            <p14:sldId id="257"/>
            <p14:sldId id="266"/>
          </p14:sldIdLst>
        </p14:section>
        <p14:section name="Storyboard" id="{559987F7-0ECD-4412-BBD6-F925C9A30A72}">
          <p14:sldIdLst>
            <p14:sldId id="259"/>
            <p14:sldId id="269"/>
            <p14:sldId id="270"/>
            <p14:sldId id="271"/>
            <p14:sldId id="272"/>
            <p14:sldId id="273"/>
            <p14:sldId id="274"/>
          </p14:sldIdLst>
        </p14:section>
        <p14:section name="Team Diagrams" id="{02D90223-4B6B-4B71-B098-06EC68C5BAA6}">
          <p14:sldIdLst>
            <p14:sldId id="260"/>
            <p14:sldId id="261"/>
          </p14:sldIdLst>
        </p14:section>
        <p14:section name="TL1 Adam" id="{82D533B7-2D4D-4D5F-95A6-74D698150AD5}">
          <p14:sldIdLst>
            <p14:sldId id="262"/>
            <p14:sldId id="263"/>
            <p14:sldId id="264"/>
            <p14:sldId id="265"/>
          </p14:sldIdLst>
        </p14:section>
        <p14:section name="TL2 Hayden" id="{B5AEF852-5066-4A63-BFA2-59EA7A331737}">
          <p14:sldIdLst>
            <p14:sldId id="276"/>
            <p14:sldId id="277"/>
            <p14:sldId id="281"/>
            <p14:sldId id="282"/>
          </p14:sldIdLst>
        </p14:section>
        <p14:section name="TL2+ Gagan" id="{E0EC551C-6CA2-45F3-8267-755D9D3D32F0}">
          <p14:sldIdLst>
            <p14:sldId id="291"/>
            <p14:sldId id="292"/>
            <p14:sldId id="293"/>
            <p14:sldId id="294"/>
          </p14:sldIdLst>
        </p14:section>
        <p14:section name="TL3 Shenghao" id="{DB7903F7-1140-4C65-B047-8420FE4096E1}">
          <p14:sldIdLst>
            <p14:sldId id="301"/>
            <p14:sldId id="302"/>
            <p14:sldId id="303"/>
            <p14:sldId id="304"/>
          </p14:sldIdLst>
        </p14:section>
        <p14:section name="TL4 Michael" id="{F6381EC7-CBFA-4FE1-9C1F-ACDCBEDBABB6}">
          <p14:sldIdLst>
            <p14:sldId id="279"/>
            <p14:sldId id="278"/>
            <p14:sldId id="283"/>
            <p14:sldId id="284"/>
          </p14:sldIdLst>
        </p14:section>
        <p14:section name="TL5 Wyatt" id="{BA1BE9FE-CB7E-4550-8845-58A6760C506B}">
          <p14:sldIdLst>
            <p14:sldId id="267"/>
            <p14:sldId id="268"/>
            <p14:sldId id="297"/>
            <p14:sldId id="298"/>
          </p14:sldIdLst>
        </p14:section>
        <p14:section name="TL6 Nishant" id="{A3DC6F4E-ECFA-4F40-9C7B-5E88285B3147}">
          <p14:sldIdLst>
            <p14:sldId id="287"/>
            <p14:sldId id="288"/>
            <p14:sldId id="289"/>
            <p14:sldId id="29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 dt="2026-09-24T04:51:02.926"/>
    <p1510:client id="{04CA311A-E1AF-4FA4-ACC4-756C21E1968C}" v="9239" dt="2026-09-24T05:16:51.001"/>
    <p1510:client id="{2DA459E7-79C3-E7B0-00E8-1D2C5F18A074}" v="99" dt="2026-09-24T04:00:47.774"/>
    <p1510:client id="{2E528C5E-2A66-7DC2-93C0-C5D5E0A4F4E4}" v="1" dt="2026-09-24T01:39:27.144"/>
    <p1510:client id="{42359018-8F9E-8E82-4686-C6147E74F878}" v="103" dt="2026-09-24T04:30:57.749"/>
    <p1510:client id="{4737C73E-3C0B-AD08-CF37-CAD6FDA1B24D}" v="4" dt="2026-09-24T05:17:18.958"/>
    <p1510:client id="{4A146280-C068-6D0A-1B3D-7399CC70A501}" v="56" dt="2026-09-24T05:01:37.952"/>
    <p1510:client id="{7CFBBCAB-F699-E950-C786-51D91CE2F621}" v="278" dt="2026-09-24T04:50:14.253"/>
    <p1510:client id="{E11AB1C5-6986-E85F-262F-5783E29F3CC5}" v="4" dt="2026-09-24T05:05:20.676"/>
    <p1510:client id="{EA99E9E0-2870-1158-2F09-3FED8C3A5334}" v="61" dt="2026-09-24T04:00:02.4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76391" autoAdjust="0"/>
  </p:normalViewPr>
  <p:slideViewPr>
    <p:cSldViewPr snapToGrid="0">
      <p:cViewPr>
        <p:scale>
          <a:sx n="100" d="100"/>
          <a:sy n="100" d="100"/>
        </p:scale>
        <p:origin x="4752" y="5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gandeep Singh (gaga4812@vandals.uidaho.edu)" userId="S::gaga4812@vandals.uidaho.edu::f987ee99-a2b3-4a0d-83db-8122a9f80e5f" providerId="AD" clId="Web-{2E528C5E-2A66-7DC2-93C0-C5D5E0A4F4E4}"/>
    <pc:docChg chg="addSld">
      <pc:chgData name="Gagandeep Singh (gaga4812@vandals.uidaho.edu)" userId="S::gaga4812@vandals.uidaho.edu::f987ee99-a2b3-4a0d-83db-8122a9f80e5f" providerId="AD" clId="Web-{2E528C5E-2A66-7DC2-93C0-C5D5E0A4F4E4}" dt="2026-09-24T01:39:27.144" v="0"/>
      <pc:docMkLst>
        <pc:docMk/>
      </pc:docMkLst>
      <pc:sldChg chg="new">
        <pc:chgData name="Gagandeep Singh (gaga4812@vandals.uidaho.edu)" userId="S::gaga4812@vandals.uidaho.edu::f987ee99-a2b3-4a0d-83db-8122a9f80e5f" providerId="AD" clId="Web-{2E528C5E-2A66-7DC2-93C0-C5D5E0A4F4E4}" dt="2026-09-24T01:39:27.144" v="0"/>
        <pc:sldMkLst>
          <pc:docMk/>
          <pc:sldMk cId="2632465912" sldId="267"/>
        </pc:sldMkLst>
      </pc:sldChg>
    </pc:docChg>
  </pc:docChgLst>
  <pc:docChgLst>
    <pc:chgData name="Jones, Michael (jone4537@vandals.uidaho.edu)" userId="S::jone4537@vandals.uidaho.edu::d5d93b63-c580-40a9-8239-c358efd078cb" providerId="AD" clId="Web-{42359018-8F9E-8E82-4686-C6147E74F878}"/>
    <pc:docChg chg="addSld delSld modSld sldOrd modSection">
      <pc:chgData name="Jones, Michael (jone4537@vandals.uidaho.edu)" userId="S::jone4537@vandals.uidaho.edu::d5d93b63-c580-40a9-8239-c358efd078cb" providerId="AD" clId="Web-{42359018-8F9E-8E82-4686-C6147E74F878}" dt="2026-09-24T04:30:57.749" v="95" actId="1076"/>
      <pc:docMkLst>
        <pc:docMk/>
      </pc:docMkLst>
      <pc:sldChg chg="addSp delSp modSp">
        <pc:chgData name="Jones, Michael (jone4537@vandals.uidaho.edu)" userId="S::jone4537@vandals.uidaho.edu::d5d93b63-c580-40a9-8239-c358efd078cb" providerId="AD" clId="Web-{42359018-8F9E-8E82-4686-C6147E74F878}" dt="2026-09-24T03:20:38.244" v="1"/>
        <pc:sldMkLst>
          <pc:docMk/>
          <pc:sldMk cId="2930499086" sldId="268"/>
        </pc:sldMkLst>
        <pc:spChg chg="add del">
          <ac:chgData name="Jones, Michael (jone4537@vandals.uidaho.edu)" userId="S::jone4537@vandals.uidaho.edu::d5d93b63-c580-40a9-8239-c358efd078cb" providerId="AD" clId="Web-{42359018-8F9E-8E82-4686-C6147E74F878}" dt="2026-09-24T03:20:38.244" v="1"/>
          <ac:spMkLst>
            <pc:docMk/>
            <pc:sldMk cId="2930499086" sldId="268"/>
            <ac:spMk id="3" creationId="{239D292C-77F8-EBA6-9023-4DF1F4A2A1F9}"/>
          </ac:spMkLst>
        </pc:spChg>
        <pc:picChg chg="add del mod ord">
          <ac:chgData name="Jones, Michael (jone4537@vandals.uidaho.edu)" userId="S::jone4537@vandals.uidaho.edu::d5d93b63-c580-40a9-8239-c358efd078cb" providerId="AD" clId="Web-{42359018-8F9E-8E82-4686-C6147E74F878}" dt="2026-09-24T03:20:38.244" v="1"/>
          <ac:picMkLst>
            <pc:docMk/>
            <pc:sldMk cId="2930499086" sldId="268"/>
            <ac:picMk id="4" creationId="{5F12E350-4DD2-9774-77D5-EE4C01B1F84A}"/>
          </ac:picMkLst>
        </pc:picChg>
      </pc:sldChg>
      <pc:sldChg chg="modSp">
        <pc:chgData name="Jones, Michael (jone4537@vandals.uidaho.edu)" userId="S::jone4537@vandals.uidaho.edu::d5d93b63-c580-40a9-8239-c358efd078cb" providerId="AD" clId="Web-{42359018-8F9E-8E82-4686-C6147E74F878}" dt="2026-09-24T03:46:40.132" v="51" actId="20577"/>
        <pc:sldMkLst>
          <pc:docMk/>
          <pc:sldMk cId="1527744628" sldId="269"/>
        </pc:sldMkLst>
        <pc:spChg chg="mod">
          <ac:chgData name="Jones, Michael (jone4537@vandals.uidaho.edu)" userId="S::jone4537@vandals.uidaho.edu::d5d93b63-c580-40a9-8239-c358efd078cb" providerId="AD" clId="Web-{42359018-8F9E-8E82-4686-C6147E74F878}" dt="2026-09-24T03:46:40.132" v="51" actId="20577"/>
          <ac:spMkLst>
            <pc:docMk/>
            <pc:sldMk cId="1527744628" sldId="269"/>
            <ac:spMk id="3" creationId="{ABE6326F-3C71-1573-025D-E43511D1CB79}"/>
          </ac:spMkLst>
        </pc:spChg>
      </pc:sldChg>
      <pc:sldChg chg="addSp delSp modSp add replId">
        <pc:chgData name="Jones, Michael (jone4537@vandals.uidaho.edu)" userId="S::jone4537@vandals.uidaho.edu::d5d93b63-c580-40a9-8239-c358efd078cb" providerId="AD" clId="Web-{42359018-8F9E-8E82-4686-C6147E74F878}" dt="2026-09-24T03:28:17.419" v="31"/>
        <pc:sldMkLst>
          <pc:docMk/>
          <pc:sldMk cId="1465938234" sldId="278"/>
        </pc:sldMkLst>
        <pc:spChg chg="mod">
          <ac:chgData name="Jones, Michael (jone4537@vandals.uidaho.edu)" userId="S::jone4537@vandals.uidaho.edu::d5d93b63-c580-40a9-8239-c358efd078cb" providerId="AD" clId="Web-{42359018-8F9E-8E82-4686-C6147E74F878}" dt="2026-09-24T03:21:01.791" v="16" actId="20577"/>
          <ac:spMkLst>
            <pc:docMk/>
            <pc:sldMk cId="1465938234" sldId="278"/>
            <ac:spMk id="2" creationId="{0FD086CF-7371-7DF6-14EE-87B96D6D51E6}"/>
          </ac:spMkLst>
        </pc:spChg>
        <pc:picChg chg="del">
          <ac:chgData name="Jones, Michael (jone4537@vandals.uidaho.edu)" userId="S::jone4537@vandals.uidaho.edu::d5d93b63-c580-40a9-8239-c358efd078cb" providerId="AD" clId="Web-{42359018-8F9E-8E82-4686-C6147E74F878}" dt="2026-09-24T03:20:49.119" v="5"/>
          <ac:picMkLst>
            <pc:docMk/>
            <pc:sldMk cId="1465938234" sldId="278"/>
            <ac:picMk id="3" creationId="{B62C3184-2E4F-A0F5-53AD-B0CF74815592}"/>
          </ac:picMkLst>
        </pc:picChg>
        <pc:picChg chg="add del mod">
          <ac:chgData name="Jones, Michael (jone4537@vandals.uidaho.edu)" userId="S::jone4537@vandals.uidaho.edu::d5d93b63-c580-40a9-8239-c358efd078cb" providerId="AD" clId="Web-{42359018-8F9E-8E82-4686-C6147E74F878}" dt="2026-09-24T03:28:14.107" v="28"/>
          <ac:picMkLst>
            <pc:docMk/>
            <pc:sldMk cId="1465938234" sldId="278"/>
            <ac:picMk id="4" creationId="{04781D00-E207-368A-7305-1AF7067B7876}"/>
          </ac:picMkLst>
        </pc:picChg>
        <pc:picChg chg="add">
          <ac:chgData name="Jones, Michael (jone4537@vandals.uidaho.edu)" userId="S::jone4537@vandals.uidaho.edu::d5d93b63-c580-40a9-8239-c358efd078cb" providerId="AD" clId="Web-{42359018-8F9E-8E82-4686-C6147E74F878}" dt="2026-09-24T03:28:17.419" v="31"/>
          <ac:picMkLst>
            <pc:docMk/>
            <pc:sldMk cId="1465938234" sldId="278"/>
            <ac:picMk id="6" creationId="{7A2D681E-730A-57F0-52D9-B502A45C82D2}"/>
          </ac:picMkLst>
        </pc:picChg>
      </pc:sldChg>
      <pc:sldChg chg="addSp delSp modSp add ord replId">
        <pc:chgData name="Jones, Michael (jone4537@vandals.uidaho.edu)" userId="S::jone4537@vandals.uidaho.edu::d5d93b63-c580-40a9-8239-c358efd078cb" providerId="AD" clId="Web-{42359018-8F9E-8E82-4686-C6147E74F878}" dt="2026-09-24T03:52:20.150" v="53" actId="14100"/>
        <pc:sldMkLst>
          <pc:docMk/>
          <pc:sldMk cId="1342008062" sldId="279"/>
        </pc:sldMkLst>
        <pc:spChg chg="mod">
          <ac:chgData name="Jones, Michael (jone4537@vandals.uidaho.edu)" userId="S::jone4537@vandals.uidaho.edu::d5d93b63-c580-40a9-8239-c358efd078cb" providerId="AD" clId="Web-{42359018-8F9E-8E82-4686-C6147E74F878}" dt="2026-09-24T03:21:10.697" v="18" actId="20577"/>
          <ac:spMkLst>
            <pc:docMk/>
            <pc:sldMk cId="1342008062" sldId="279"/>
            <ac:spMk id="2" creationId="{96FB5432-99E1-A3D6-0C31-40EC7B24B651}"/>
          </ac:spMkLst>
        </pc:spChg>
        <pc:picChg chg="add del mod">
          <ac:chgData name="Jones, Michael (jone4537@vandals.uidaho.edu)" userId="S::jone4537@vandals.uidaho.edu::d5d93b63-c580-40a9-8239-c358efd078cb" providerId="AD" clId="Web-{42359018-8F9E-8E82-4686-C6147E74F878}" dt="2026-09-24T03:28:20.638" v="32"/>
          <ac:picMkLst>
            <pc:docMk/>
            <pc:sldMk cId="1342008062" sldId="279"/>
            <ac:picMk id="3" creationId="{E2419F43-BBB4-0447-D894-F81494C669A3}"/>
          </ac:picMkLst>
        </pc:picChg>
        <pc:picChg chg="del">
          <ac:chgData name="Jones, Michael (jone4537@vandals.uidaho.edu)" userId="S::jone4537@vandals.uidaho.edu::d5d93b63-c580-40a9-8239-c358efd078cb" providerId="AD" clId="Web-{42359018-8F9E-8E82-4686-C6147E74F878}" dt="2026-09-24T03:20:50.182" v="6"/>
          <ac:picMkLst>
            <pc:docMk/>
            <pc:sldMk cId="1342008062" sldId="279"/>
            <ac:picMk id="4" creationId="{71DDC240-F8FF-366D-BB13-91A814E0E84F}"/>
          </ac:picMkLst>
        </pc:picChg>
        <pc:picChg chg="add del">
          <ac:chgData name="Jones, Michael (jone4537@vandals.uidaho.edu)" userId="S::jone4537@vandals.uidaho.edu::d5d93b63-c580-40a9-8239-c358efd078cb" providerId="AD" clId="Web-{42359018-8F9E-8E82-4686-C6147E74F878}" dt="2026-09-24T03:28:16.232" v="30"/>
          <ac:picMkLst>
            <pc:docMk/>
            <pc:sldMk cId="1342008062" sldId="279"/>
            <ac:picMk id="5" creationId="{67D335F1-735E-F47F-494C-04AFF89EAD8D}"/>
          </ac:picMkLst>
        </pc:picChg>
        <pc:picChg chg="add del mod">
          <ac:chgData name="Jones, Michael (jone4537@vandals.uidaho.edu)" userId="S::jone4537@vandals.uidaho.edu::d5d93b63-c580-40a9-8239-c358efd078cb" providerId="AD" clId="Web-{42359018-8F9E-8E82-4686-C6147E74F878}" dt="2026-09-24T03:43:37.738" v="36"/>
          <ac:picMkLst>
            <pc:docMk/>
            <pc:sldMk cId="1342008062" sldId="279"/>
            <ac:picMk id="6" creationId="{9098A3AD-F0D0-7B06-3B9B-130D7E60D88E}"/>
          </ac:picMkLst>
        </pc:picChg>
        <pc:picChg chg="add mod">
          <ac:chgData name="Jones, Michael (jone4537@vandals.uidaho.edu)" userId="S::jone4537@vandals.uidaho.edu::d5d93b63-c580-40a9-8239-c358efd078cb" providerId="AD" clId="Web-{42359018-8F9E-8E82-4686-C6147E74F878}" dt="2026-09-24T03:52:20.150" v="53" actId="14100"/>
          <ac:picMkLst>
            <pc:docMk/>
            <pc:sldMk cId="1342008062" sldId="279"/>
            <ac:picMk id="7" creationId="{2F688A3F-3D8C-4F8F-A64F-441EDE9F84B9}"/>
          </ac:picMkLst>
        </pc:picChg>
      </pc:sldChg>
      <pc:sldChg chg="addSp delSp modSp add replId">
        <pc:chgData name="Jones, Michael (jone4537@vandals.uidaho.edu)" userId="S::jone4537@vandals.uidaho.edu::d5d93b63-c580-40a9-8239-c358efd078cb" providerId="AD" clId="Web-{42359018-8F9E-8E82-4686-C6147E74F878}" dt="2026-09-24T04:30:57.749" v="95" actId="1076"/>
        <pc:sldMkLst>
          <pc:docMk/>
          <pc:sldMk cId="305092027" sldId="283"/>
        </pc:sldMkLst>
        <pc:spChg chg="mod">
          <ac:chgData name="Jones, Michael (jone4537@vandals.uidaho.edu)" userId="S::jone4537@vandals.uidaho.edu::d5d93b63-c580-40a9-8239-c358efd078cb" providerId="AD" clId="Web-{42359018-8F9E-8E82-4686-C6147E74F878}" dt="2026-09-24T04:28:55.873" v="63" actId="20577"/>
          <ac:spMkLst>
            <pc:docMk/>
            <pc:sldMk cId="305092027" sldId="283"/>
            <ac:spMk id="2" creationId="{2A633B19-D0CA-B130-B812-FEE412CF17A6}"/>
          </ac:spMkLst>
        </pc:spChg>
        <pc:picChg chg="add del mod modCrop">
          <ac:chgData name="Jones, Michael (jone4537@vandals.uidaho.edu)" userId="S::jone4537@vandals.uidaho.edu::d5d93b63-c580-40a9-8239-c358efd078cb" providerId="AD" clId="Web-{42359018-8F9E-8E82-4686-C6147E74F878}" dt="2026-09-24T04:30:33.530" v="84"/>
          <ac:picMkLst>
            <pc:docMk/>
            <pc:sldMk cId="305092027" sldId="283"/>
            <ac:picMk id="3" creationId="{154DCB07-1146-6E05-3F44-53623B703947}"/>
          </ac:picMkLst>
        </pc:picChg>
        <pc:picChg chg="add mod modCrop">
          <ac:chgData name="Jones, Michael (jone4537@vandals.uidaho.edu)" userId="S::jone4537@vandals.uidaho.edu::d5d93b63-c580-40a9-8239-c358efd078cb" providerId="AD" clId="Web-{42359018-8F9E-8E82-4686-C6147E74F878}" dt="2026-09-24T04:30:57.749" v="95" actId="1076"/>
          <ac:picMkLst>
            <pc:docMk/>
            <pc:sldMk cId="305092027" sldId="283"/>
            <ac:picMk id="4" creationId="{4CF3128E-4FC2-2BCA-C656-B82FBC1394E9}"/>
          </ac:picMkLst>
        </pc:picChg>
        <pc:picChg chg="add del mod">
          <ac:chgData name="Jones, Michael (jone4537@vandals.uidaho.edu)" userId="S::jone4537@vandals.uidaho.edu::d5d93b63-c580-40a9-8239-c358efd078cb" providerId="AD" clId="Web-{42359018-8F9E-8E82-4686-C6147E74F878}" dt="2026-09-24T04:29:29.139" v="72"/>
          <ac:picMkLst>
            <pc:docMk/>
            <pc:sldMk cId="305092027" sldId="283"/>
            <ac:picMk id="6" creationId="{A450C615-F9E1-115C-04C8-D9091A58A490}"/>
          </ac:picMkLst>
        </pc:picChg>
      </pc:sldChg>
      <pc:sldChg chg="add del replId">
        <pc:chgData name="Jones, Michael (jone4537@vandals.uidaho.edu)" userId="S::jone4537@vandals.uidaho.edu::d5d93b63-c580-40a9-8239-c358efd078cb" providerId="AD" clId="Web-{42359018-8F9E-8E82-4686-C6147E74F878}" dt="2026-09-24T04:28:37.560" v="57"/>
        <pc:sldMkLst>
          <pc:docMk/>
          <pc:sldMk cId="1326832394" sldId="284"/>
        </pc:sldMkLst>
      </pc:sldChg>
      <pc:sldChg chg="addSp delSp modSp add replId">
        <pc:chgData name="Jones, Michael (jone4537@vandals.uidaho.edu)" userId="S::jone4537@vandals.uidaho.edu::d5d93b63-c580-40a9-8239-c358efd078cb" providerId="AD" clId="Web-{42359018-8F9E-8E82-4686-C6147E74F878}" dt="2026-09-24T04:30:28.905" v="83" actId="1076"/>
        <pc:sldMkLst>
          <pc:docMk/>
          <pc:sldMk cId="1909884487" sldId="284"/>
        </pc:sldMkLst>
        <pc:spChg chg="mod">
          <ac:chgData name="Jones, Michael (jone4537@vandals.uidaho.edu)" userId="S::jone4537@vandals.uidaho.edu::d5d93b63-c580-40a9-8239-c358efd078cb" providerId="AD" clId="Web-{42359018-8F9E-8E82-4686-C6147E74F878}" dt="2026-09-24T04:29:27.404" v="69" actId="20577"/>
          <ac:spMkLst>
            <pc:docMk/>
            <pc:sldMk cId="1909884487" sldId="284"/>
            <ac:spMk id="2" creationId="{52733783-3207-7CA7-1F95-EB9D0599B699}"/>
          </ac:spMkLst>
        </pc:spChg>
        <pc:picChg chg="add mod">
          <ac:chgData name="Jones, Michael (jone4537@vandals.uidaho.edu)" userId="S::jone4537@vandals.uidaho.edu::d5d93b63-c580-40a9-8239-c358efd078cb" providerId="AD" clId="Web-{42359018-8F9E-8E82-4686-C6147E74F878}" dt="2026-09-24T04:30:28.905" v="83" actId="1076"/>
          <ac:picMkLst>
            <pc:docMk/>
            <pc:sldMk cId="1909884487" sldId="284"/>
            <ac:picMk id="4" creationId="{D3ADC31D-B45B-1EEC-F020-2DBECB1AE5AF}"/>
          </ac:picMkLst>
        </pc:picChg>
        <pc:picChg chg="del">
          <ac:chgData name="Jones, Michael (jone4537@vandals.uidaho.edu)" userId="S::jone4537@vandals.uidaho.edu::d5d93b63-c580-40a9-8239-c358efd078cb" providerId="AD" clId="Web-{42359018-8F9E-8E82-4686-C6147E74F878}" dt="2026-09-24T04:29:28.607" v="70"/>
          <ac:picMkLst>
            <pc:docMk/>
            <pc:sldMk cId="1909884487" sldId="284"/>
            <ac:picMk id="6" creationId="{ADBEB972-338D-9D40-8992-C2B11467E99E}"/>
          </ac:picMkLst>
        </pc:picChg>
      </pc:sldChg>
      <pc:sldChg chg="add del replId">
        <pc:chgData name="Jones, Michael (jone4537@vandals.uidaho.edu)" userId="S::jone4537@vandals.uidaho.edu::d5d93b63-c580-40a9-8239-c358efd078cb" providerId="AD" clId="Web-{42359018-8F9E-8E82-4686-C6147E74F878}" dt="2026-09-24T04:28:41.248" v="59"/>
        <pc:sldMkLst>
          <pc:docMk/>
          <pc:sldMk cId="4112476869" sldId="284"/>
        </pc:sldMkLst>
      </pc:sldChg>
    </pc:docChg>
  </pc:docChgLst>
  <pc:docChgLst>
    <pc:chgData name="Beeston, Joules BC (jbeeston@uidaho.edu)" userId="S::jbeeston@uidaho.edu::b70d6e8e-eafd-4885-90ba-d61d7e6c44cc" providerId="AD" clId="Web-{7CFBBCAB-F699-E950-C786-51D91CE2F621}"/>
    <pc:docChg chg="addSld delSld modSld modSection">
      <pc:chgData name="Beeston, Joules BC (jbeeston@uidaho.edu)" userId="S::jbeeston@uidaho.edu::b70d6e8e-eafd-4885-90ba-d61d7e6c44cc" providerId="AD" clId="Web-{7CFBBCAB-F699-E950-C786-51D91CE2F621}" dt="2026-09-24T04:50:14.253" v="264"/>
      <pc:docMkLst>
        <pc:docMk/>
      </pc:docMkLst>
      <pc:sldChg chg="modSp new">
        <pc:chgData name="Beeston, Joules BC (jbeeston@uidaho.edu)" userId="S::jbeeston@uidaho.edu::b70d6e8e-eafd-4885-90ba-d61d7e6c44cc" providerId="AD" clId="Web-{7CFBBCAB-F699-E950-C786-51D91CE2F621}" dt="2026-09-24T00:33:21.173" v="6" actId="20577"/>
        <pc:sldMkLst>
          <pc:docMk/>
          <pc:sldMk cId="879667945" sldId="257"/>
        </pc:sldMkLst>
        <pc:spChg chg="mod">
          <ac:chgData name="Beeston, Joules BC (jbeeston@uidaho.edu)" userId="S::jbeeston@uidaho.edu::b70d6e8e-eafd-4885-90ba-d61d7e6c44cc" providerId="AD" clId="Web-{7CFBBCAB-F699-E950-C786-51D91CE2F621}" dt="2026-09-24T00:33:21.173" v="6" actId="20577"/>
          <ac:spMkLst>
            <pc:docMk/>
            <pc:sldMk cId="879667945" sldId="257"/>
            <ac:spMk id="2" creationId="{6610F76F-2CFC-3D8A-C3DC-B529831942E9}"/>
          </ac:spMkLst>
        </pc:spChg>
      </pc:sldChg>
      <pc:sldChg chg="modSp new del">
        <pc:chgData name="Beeston, Joules BC (jbeeston@uidaho.edu)" userId="S::jbeeston@uidaho.edu::b70d6e8e-eafd-4885-90ba-d61d7e6c44cc" providerId="AD" clId="Web-{7CFBBCAB-F699-E950-C786-51D91CE2F621}" dt="2026-09-24T00:42:28.897" v="188"/>
        <pc:sldMkLst>
          <pc:docMk/>
          <pc:sldMk cId="1162292353" sldId="258"/>
        </pc:sldMkLst>
        <pc:spChg chg="mod">
          <ac:chgData name="Beeston, Joules BC (jbeeston@uidaho.edu)" userId="S::jbeeston@uidaho.edu::b70d6e8e-eafd-4885-90ba-d61d7e6c44cc" providerId="AD" clId="Web-{7CFBBCAB-F699-E950-C786-51D91CE2F621}" dt="2026-09-24T00:33:29.517" v="14" actId="20577"/>
          <ac:spMkLst>
            <pc:docMk/>
            <pc:sldMk cId="1162292353" sldId="258"/>
            <ac:spMk id="2" creationId="{D56B5FEB-5E67-745B-D763-2F334A6CAACC}"/>
          </ac:spMkLst>
        </pc:spChg>
      </pc:sldChg>
      <pc:sldChg chg="modSp new">
        <pc:chgData name="Beeston, Joules BC (jbeeston@uidaho.edu)" userId="S::jbeeston@uidaho.edu::b70d6e8e-eafd-4885-90ba-d61d7e6c44cc" providerId="AD" clId="Web-{7CFBBCAB-F699-E950-C786-51D91CE2F621}" dt="2026-09-24T00:33:57.768" v="34" actId="20577"/>
        <pc:sldMkLst>
          <pc:docMk/>
          <pc:sldMk cId="3243005052" sldId="259"/>
        </pc:sldMkLst>
        <pc:spChg chg="mod">
          <ac:chgData name="Beeston, Joules BC (jbeeston@uidaho.edu)" userId="S::jbeeston@uidaho.edu::b70d6e8e-eafd-4885-90ba-d61d7e6c44cc" providerId="AD" clId="Web-{7CFBBCAB-F699-E950-C786-51D91CE2F621}" dt="2026-09-24T00:33:57.768" v="34" actId="20577"/>
          <ac:spMkLst>
            <pc:docMk/>
            <pc:sldMk cId="3243005052" sldId="259"/>
            <ac:spMk id="2" creationId="{E7673B88-4E05-5F32-72FB-584F6CBC8043}"/>
          </ac:spMkLst>
        </pc:spChg>
      </pc:sldChg>
      <pc:sldChg chg="addSp delSp modSp new mod modClrScheme chgLayout">
        <pc:chgData name="Beeston, Joules BC (jbeeston@uidaho.edu)" userId="S::jbeeston@uidaho.edu::b70d6e8e-eafd-4885-90ba-d61d7e6c44cc" providerId="AD" clId="Web-{7CFBBCAB-F699-E950-C786-51D91CE2F621}" dt="2026-09-24T00:44:55.559" v="192"/>
        <pc:sldMkLst>
          <pc:docMk/>
          <pc:sldMk cId="224511772" sldId="260"/>
        </pc:sldMkLst>
        <pc:spChg chg="mod ord">
          <ac:chgData name="Beeston, Joules BC (jbeeston@uidaho.edu)" userId="S::jbeeston@uidaho.edu::b70d6e8e-eafd-4885-90ba-d61d7e6c44cc" providerId="AD" clId="Web-{7CFBBCAB-F699-E950-C786-51D91CE2F621}" dt="2026-09-24T00:44:43.856" v="191"/>
          <ac:spMkLst>
            <pc:docMk/>
            <pc:sldMk cId="224511772" sldId="260"/>
            <ac:spMk id="2" creationId="{F99CDA48-59C8-121C-0B86-FB8FB5D7A748}"/>
          </ac:spMkLst>
        </pc:spChg>
        <pc:spChg chg="del">
          <ac:chgData name="Beeston, Joules BC (jbeeston@uidaho.edu)" userId="S::jbeeston@uidaho.edu::b70d6e8e-eafd-4885-90ba-d61d7e6c44cc" providerId="AD" clId="Web-{7CFBBCAB-F699-E950-C786-51D91CE2F621}" dt="2026-09-24T00:44:43.856" v="191"/>
          <ac:spMkLst>
            <pc:docMk/>
            <pc:sldMk cId="224511772" sldId="260"/>
            <ac:spMk id="3" creationId="{8D42EB77-D55D-5789-C706-875164591353}"/>
          </ac:spMkLst>
        </pc:spChg>
        <pc:picChg chg="add mod">
          <ac:chgData name="Beeston, Joules BC (jbeeston@uidaho.edu)" userId="S::jbeeston@uidaho.edu::b70d6e8e-eafd-4885-90ba-d61d7e6c44cc" providerId="AD" clId="Web-{7CFBBCAB-F699-E950-C786-51D91CE2F621}" dt="2026-09-24T00:44:55.559" v="192"/>
          <ac:picMkLst>
            <pc:docMk/>
            <pc:sldMk cId="224511772" sldId="260"/>
            <ac:picMk id="4" creationId="{D7B2CA55-61F5-9DC2-BBD6-423550FF0BBD}"/>
          </ac:picMkLst>
        </pc:picChg>
      </pc:sldChg>
      <pc:sldChg chg="addSp delSp modSp new mod modClrScheme chgLayout">
        <pc:chgData name="Beeston, Joules BC (jbeeston@uidaho.edu)" userId="S::jbeeston@uidaho.edu::b70d6e8e-eafd-4885-90ba-d61d7e6c44cc" providerId="AD" clId="Web-{7CFBBCAB-F699-E950-C786-51D91CE2F621}" dt="2026-09-24T02:17:57.949" v="226" actId="1076"/>
        <pc:sldMkLst>
          <pc:docMk/>
          <pc:sldMk cId="3057271592" sldId="261"/>
        </pc:sldMkLst>
        <pc:spChg chg="mod ord">
          <ac:chgData name="Beeston, Joules BC (jbeeston@uidaho.edu)" userId="S::jbeeston@uidaho.edu::b70d6e8e-eafd-4885-90ba-d61d7e6c44cc" providerId="AD" clId="Web-{7CFBBCAB-F699-E950-C786-51D91CE2F621}" dt="2026-09-24T02:17:57.949" v="226" actId="1076"/>
          <ac:spMkLst>
            <pc:docMk/>
            <pc:sldMk cId="3057271592" sldId="261"/>
            <ac:spMk id="2" creationId="{445EDBC3-A0EB-A7A9-203D-FEEB96BA2738}"/>
          </ac:spMkLst>
        </pc:spChg>
        <pc:spChg chg="del">
          <ac:chgData name="Beeston, Joules BC (jbeeston@uidaho.edu)" userId="S::jbeeston@uidaho.edu::b70d6e8e-eafd-4885-90ba-d61d7e6c44cc" providerId="AD" clId="Web-{7CFBBCAB-F699-E950-C786-51D91CE2F621}" dt="2026-09-24T00:45:01.357" v="193"/>
          <ac:spMkLst>
            <pc:docMk/>
            <pc:sldMk cId="3057271592" sldId="261"/>
            <ac:spMk id="3" creationId="{C237B552-FB49-6E07-6224-1A27F42F04BE}"/>
          </ac:spMkLst>
        </pc:spChg>
        <pc:picChg chg="add mod">
          <ac:chgData name="Beeston, Joules BC (jbeeston@uidaho.edu)" userId="S::jbeeston@uidaho.edu::b70d6e8e-eafd-4885-90ba-d61d7e6c44cc" providerId="AD" clId="Web-{7CFBBCAB-F699-E950-C786-51D91CE2F621}" dt="2026-09-24T00:45:50.608" v="196" actId="1076"/>
          <ac:picMkLst>
            <pc:docMk/>
            <pc:sldMk cId="3057271592" sldId="261"/>
            <ac:picMk id="4" creationId="{6F6607A7-9D71-54E6-55C0-78526F2909EE}"/>
          </ac:picMkLst>
        </pc:picChg>
      </pc:sldChg>
      <pc:sldChg chg="modSp new">
        <pc:chgData name="Beeston, Joules BC (jbeeston@uidaho.edu)" userId="S::jbeeston@uidaho.edu::b70d6e8e-eafd-4885-90ba-d61d7e6c44cc" providerId="AD" clId="Web-{7CFBBCAB-F699-E950-C786-51D91CE2F621}" dt="2026-09-24T00:36:22.055" v="83" actId="20577"/>
        <pc:sldMkLst>
          <pc:docMk/>
          <pc:sldMk cId="2316863475" sldId="262"/>
        </pc:sldMkLst>
        <pc:spChg chg="mod">
          <ac:chgData name="Beeston, Joules BC (jbeeston@uidaho.edu)" userId="S::jbeeston@uidaho.edu::b70d6e8e-eafd-4885-90ba-d61d7e6c44cc" providerId="AD" clId="Web-{7CFBBCAB-F699-E950-C786-51D91CE2F621}" dt="2026-09-24T00:36:22.055" v="83" actId="20577"/>
          <ac:spMkLst>
            <pc:docMk/>
            <pc:sldMk cId="2316863475" sldId="262"/>
            <ac:spMk id="2" creationId="{F7DF0F18-851F-ACF8-41FF-05A6BB43A34B}"/>
          </ac:spMkLst>
        </pc:spChg>
      </pc:sldChg>
      <pc:sldChg chg="modSp add replId">
        <pc:chgData name="Beeston, Joules BC (jbeeston@uidaho.edu)" userId="S::jbeeston@uidaho.edu::b70d6e8e-eafd-4885-90ba-d61d7e6c44cc" providerId="AD" clId="Web-{7CFBBCAB-F699-E950-C786-51D91CE2F621}" dt="2026-09-24T00:36:40.868" v="96" actId="20577"/>
        <pc:sldMkLst>
          <pc:docMk/>
          <pc:sldMk cId="3924923796" sldId="263"/>
        </pc:sldMkLst>
        <pc:spChg chg="mod">
          <ac:chgData name="Beeston, Joules BC (jbeeston@uidaho.edu)" userId="S::jbeeston@uidaho.edu::b70d6e8e-eafd-4885-90ba-d61d7e6c44cc" providerId="AD" clId="Web-{7CFBBCAB-F699-E950-C786-51D91CE2F621}" dt="2026-09-24T00:36:40.868" v="96" actId="20577"/>
          <ac:spMkLst>
            <pc:docMk/>
            <pc:sldMk cId="3924923796" sldId="263"/>
            <ac:spMk id="2" creationId="{11A6928F-BD51-E1F7-45C0-EFD3768E7A98}"/>
          </ac:spMkLst>
        </pc:spChg>
      </pc:sldChg>
      <pc:sldChg chg="addSp delSp modSp add replId">
        <pc:chgData name="Beeston, Joules BC (jbeeston@uidaho.edu)" userId="S::jbeeston@uidaho.edu::b70d6e8e-eafd-4885-90ba-d61d7e6c44cc" providerId="AD" clId="Web-{7CFBBCAB-F699-E950-C786-51D91CE2F621}" dt="2026-09-24T03:08:48.897" v="262" actId="1076"/>
        <pc:sldMkLst>
          <pc:docMk/>
          <pc:sldMk cId="1053324725" sldId="264"/>
        </pc:sldMkLst>
        <pc:spChg chg="mod">
          <ac:chgData name="Beeston, Joules BC (jbeeston@uidaho.edu)" userId="S::jbeeston@uidaho.edu::b70d6e8e-eafd-4885-90ba-d61d7e6c44cc" providerId="AD" clId="Web-{7CFBBCAB-F699-E950-C786-51D91CE2F621}" dt="2026-09-24T03:02:34.293" v="247" actId="20577"/>
          <ac:spMkLst>
            <pc:docMk/>
            <pc:sldMk cId="1053324725" sldId="264"/>
            <ac:spMk id="2" creationId="{1F144EB0-8319-4003-AFE7-7310FCCD55B5}"/>
          </ac:spMkLst>
        </pc:spChg>
        <pc:spChg chg="del">
          <ac:chgData name="Beeston, Joules BC (jbeeston@uidaho.edu)" userId="S::jbeeston@uidaho.edu::b70d6e8e-eafd-4885-90ba-d61d7e6c44cc" providerId="AD" clId="Web-{7CFBBCAB-F699-E950-C786-51D91CE2F621}" dt="2026-09-24T02:59:21.404" v="227"/>
          <ac:spMkLst>
            <pc:docMk/>
            <pc:sldMk cId="1053324725" sldId="264"/>
            <ac:spMk id="3" creationId="{A1C95421-F71A-B30D-9DCD-34BCF87062B2}"/>
          </ac:spMkLst>
        </pc:spChg>
        <pc:picChg chg="add mod ord">
          <ac:chgData name="Beeston, Joules BC (jbeeston@uidaho.edu)" userId="S::jbeeston@uidaho.edu::b70d6e8e-eafd-4885-90ba-d61d7e6c44cc" providerId="AD" clId="Web-{7CFBBCAB-F699-E950-C786-51D91CE2F621}" dt="2026-09-24T03:08:48.897" v="262" actId="1076"/>
          <ac:picMkLst>
            <pc:docMk/>
            <pc:sldMk cId="1053324725" sldId="264"/>
            <ac:picMk id="4" creationId="{5F4A5D9D-1F29-3D1B-56DB-2C0A45FF18C3}"/>
          </ac:picMkLst>
        </pc:picChg>
        <pc:picChg chg="del mod ord">
          <ac:chgData name="Beeston, Joules BC (jbeeston@uidaho.edu)" userId="S::jbeeston@uidaho.edu::b70d6e8e-eafd-4885-90ba-d61d7e6c44cc" providerId="AD" clId="Web-{7CFBBCAB-F699-E950-C786-51D91CE2F621}" dt="2026-09-24T03:05:55.526" v="257"/>
          <ac:picMkLst>
            <pc:docMk/>
            <pc:sldMk cId="1053324725" sldId="264"/>
            <ac:picMk id="5" creationId="{24174CAC-BB04-10DE-F1A5-EB4766501366}"/>
          </ac:picMkLst>
        </pc:picChg>
        <pc:picChg chg="add ord">
          <ac:chgData name="Beeston, Joules BC (jbeeston@uidaho.edu)" userId="S::jbeeston@uidaho.edu::b70d6e8e-eafd-4885-90ba-d61d7e6c44cc" providerId="AD" clId="Web-{7CFBBCAB-F699-E950-C786-51D91CE2F621}" dt="2026-09-24T03:06:28.044" v="260"/>
          <ac:picMkLst>
            <pc:docMk/>
            <pc:sldMk cId="1053324725" sldId="264"/>
            <ac:picMk id="7" creationId="{B31507F8-DB28-3345-2C0F-5C64C78A8D79}"/>
          </ac:picMkLst>
        </pc:picChg>
      </pc:sldChg>
      <pc:sldChg chg="addSp modSp add replId">
        <pc:chgData name="Beeston, Joules BC (jbeeston@uidaho.edu)" userId="S::jbeeston@uidaho.edu::b70d6e8e-eafd-4885-90ba-d61d7e6c44cc" providerId="AD" clId="Web-{7CFBBCAB-F699-E950-C786-51D91CE2F621}" dt="2026-09-24T03:17:15.526" v="263"/>
        <pc:sldMkLst>
          <pc:docMk/>
          <pc:sldMk cId="3297678550" sldId="265"/>
        </pc:sldMkLst>
        <pc:spChg chg="mod">
          <ac:chgData name="Beeston, Joules BC (jbeeston@uidaho.edu)" userId="S::jbeeston@uidaho.edu::b70d6e8e-eafd-4885-90ba-d61d7e6c44cc" providerId="AD" clId="Web-{7CFBBCAB-F699-E950-C786-51D91CE2F621}" dt="2026-09-24T00:37:29.792" v="124" actId="20577"/>
          <ac:spMkLst>
            <pc:docMk/>
            <pc:sldMk cId="3297678550" sldId="265"/>
            <ac:spMk id="2" creationId="{1DCB31BE-A8DE-64C8-1083-5DDBF17E999C}"/>
          </ac:spMkLst>
        </pc:spChg>
        <pc:spChg chg="add">
          <ac:chgData name="Beeston, Joules BC (jbeeston@uidaho.edu)" userId="S::jbeeston@uidaho.edu::b70d6e8e-eafd-4885-90ba-d61d7e6c44cc" providerId="AD" clId="Web-{7CFBBCAB-F699-E950-C786-51D91CE2F621}" dt="2026-09-24T03:17:15.526" v="263"/>
          <ac:spMkLst>
            <pc:docMk/>
            <pc:sldMk cId="3297678550" sldId="265"/>
            <ac:spMk id="4" creationId="{C2850076-5C89-5546-6195-AF186925F5E3}"/>
          </ac:spMkLst>
        </pc:spChg>
      </pc:sldChg>
      <pc:sldChg chg="addSp modSp new">
        <pc:chgData name="Beeston, Joules BC (jbeeston@uidaho.edu)" userId="S::jbeeston@uidaho.edu::b70d6e8e-eafd-4885-90ba-d61d7e6c44cc" providerId="AD" clId="Web-{7CFBBCAB-F699-E950-C786-51D91CE2F621}" dt="2026-09-24T00:55:18.053" v="225" actId="1076"/>
        <pc:sldMkLst>
          <pc:docMk/>
          <pc:sldMk cId="2969398236" sldId="266"/>
        </pc:sldMkLst>
        <pc:spChg chg="mod">
          <ac:chgData name="Beeston, Joules BC (jbeeston@uidaho.edu)" userId="S::jbeeston@uidaho.edu::b70d6e8e-eafd-4885-90ba-d61d7e6c44cc" providerId="AD" clId="Web-{7CFBBCAB-F699-E950-C786-51D91CE2F621}" dt="2026-09-24T00:51:34.481" v="218" actId="20577"/>
          <ac:spMkLst>
            <pc:docMk/>
            <pc:sldMk cId="2969398236" sldId="266"/>
            <ac:spMk id="2" creationId="{5DE9DA4B-50AA-6B8E-2BAC-36B42D2146F1}"/>
          </ac:spMkLst>
        </pc:spChg>
        <pc:spChg chg="add mod">
          <ac:chgData name="Beeston, Joules BC (jbeeston@uidaho.edu)" userId="S::jbeeston@uidaho.edu::b70d6e8e-eafd-4885-90ba-d61d7e6c44cc" providerId="AD" clId="Web-{7CFBBCAB-F699-E950-C786-51D91CE2F621}" dt="2026-09-24T00:55:18.021" v="219" actId="1076"/>
          <ac:spMkLst>
            <pc:docMk/>
            <pc:sldMk cId="2969398236" sldId="266"/>
            <ac:spMk id="3" creationId="{E11AC908-BE4C-E841-4981-0B377A8E4213}"/>
          </ac:spMkLst>
        </pc:spChg>
        <pc:spChg chg="add mod">
          <ac:chgData name="Beeston, Joules BC (jbeeston@uidaho.edu)" userId="S::jbeeston@uidaho.edu::b70d6e8e-eafd-4885-90ba-d61d7e6c44cc" providerId="AD" clId="Web-{7CFBBCAB-F699-E950-C786-51D91CE2F621}" dt="2026-09-24T00:55:18.021" v="220" actId="1076"/>
          <ac:spMkLst>
            <pc:docMk/>
            <pc:sldMk cId="2969398236" sldId="266"/>
            <ac:spMk id="4" creationId="{E73C9FFD-F083-1929-EE34-A9A9B4194C20}"/>
          </ac:spMkLst>
        </pc:spChg>
        <pc:spChg chg="add mod">
          <ac:chgData name="Beeston, Joules BC (jbeeston@uidaho.edu)" userId="S::jbeeston@uidaho.edu::b70d6e8e-eafd-4885-90ba-d61d7e6c44cc" providerId="AD" clId="Web-{7CFBBCAB-F699-E950-C786-51D91CE2F621}" dt="2026-09-24T00:55:18.021" v="221" actId="1076"/>
          <ac:spMkLst>
            <pc:docMk/>
            <pc:sldMk cId="2969398236" sldId="266"/>
            <ac:spMk id="5" creationId="{E86AF0B9-BF81-6774-101F-EEF065EBD224}"/>
          </ac:spMkLst>
        </pc:spChg>
        <pc:spChg chg="add mod">
          <ac:chgData name="Beeston, Joules BC (jbeeston@uidaho.edu)" userId="S::jbeeston@uidaho.edu::b70d6e8e-eafd-4885-90ba-d61d7e6c44cc" providerId="AD" clId="Web-{7CFBBCAB-F699-E950-C786-51D91CE2F621}" dt="2026-09-24T00:55:18.037" v="222" actId="1076"/>
          <ac:spMkLst>
            <pc:docMk/>
            <pc:sldMk cId="2969398236" sldId="266"/>
            <ac:spMk id="6" creationId="{3462C573-5DD5-9262-D25A-ADEBFF49F67F}"/>
          </ac:spMkLst>
        </pc:spChg>
        <pc:spChg chg="add mod">
          <ac:chgData name="Beeston, Joules BC (jbeeston@uidaho.edu)" userId="S::jbeeston@uidaho.edu::b70d6e8e-eafd-4885-90ba-d61d7e6c44cc" providerId="AD" clId="Web-{7CFBBCAB-F699-E950-C786-51D91CE2F621}" dt="2026-09-24T00:55:18.037" v="223" actId="1076"/>
          <ac:spMkLst>
            <pc:docMk/>
            <pc:sldMk cId="2969398236" sldId="266"/>
            <ac:spMk id="7" creationId="{F0BE7A23-6C3C-5BCB-ADAC-917CC8DEC24E}"/>
          </ac:spMkLst>
        </pc:spChg>
        <pc:spChg chg="add mod">
          <ac:chgData name="Beeston, Joules BC (jbeeston@uidaho.edu)" userId="S::jbeeston@uidaho.edu::b70d6e8e-eafd-4885-90ba-d61d7e6c44cc" providerId="AD" clId="Web-{7CFBBCAB-F699-E950-C786-51D91CE2F621}" dt="2026-09-24T00:55:18.053" v="224" actId="1076"/>
          <ac:spMkLst>
            <pc:docMk/>
            <pc:sldMk cId="2969398236" sldId="266"/>
            <ac:spMk id="8" creationId="{261D6336-AE33-0A9F-E1C2-2D00B4B20485}"/>
          </ac:spMkLst>
        </pc:spChg>
        <pc:spChg chg="add mod">
          <ac:chgData name="Beeston, Joules BC (jbeeston@uidaho.edu)" userId="S::jbeeston@uidaho.edu::b70d6e8e-eafd-4885-90ba-d61d7e6c44cc" providerId="AD" clId="Web-{7CFBBCAB-F699-E950-C786-51D91CE2F621}" dt="2026-09-24T00:55:18.053" v="225" actId="1076"/>
          <ac:spMkLst>
            <pc:docMk/>
            <pc:sldMk cId="2969398236" sldId="266"/>
            <ac:spMk id="9" creationId="{1A1FD7E0-0369-7550-EC9B-9DB199B22B43}"/>
          </ac:spMkLst>
        </pc:spChg>
      </pc:sldChg>
      <pc:sldChg chg="new del">
        <pc:chgData name="Beeston, Joules BC (jbeeston@uidaho.edu)" userId="S::jbeeston@uidaho.edu::b70d6e8e-eafd-4885-90ba-d61d7e6c44cc" providerId="AD" clId="Web-{7CFBBCAB-F699-E950-C786-51D91CE2F621}" dt="2026-09-24T00:44:29.871" v="190"/>
        <pc:sldMkLst>
          <pc:docMk/>
          <pc:sldMk cId="2189523613" sldId="267"/>
        </pc:sldMkLst>
      </pc:sldChg>
      <pc:sldChg chg="add replId">
        <pc:chgData name="Beeston, Joules BC (jbeeston@uidaho.edu)" userId="S::jbeeston@uidaho.edu::b70d6e8e-eafd-4885-90ba-d61d7e6c44cc" providerId="AD" clId="Web-{7CFBBCAB-F699-E950-C786-51D91CE2F621}" dt="2026-09-24T03:06:02.261" v="258"/>
        <pc:sldMkLst>
          <pc:docMk/>
          <pc:sldMk cId="2363940795" sldId="275"/>
        </pc:sldMkLst>
      </pc:sldChg>
    </pc:docChg>
  </pc:docChgLst>
  <pc:docChgLst>
    <pc:chgData name="Grizzle, Hayden (griz3899@vandals.uidaho.edu)" userId="S::griz3899@vandals.uidaho.edu::626afff8-bfac-464b-901d-69c97b6bb997" providerId="AD" clId="Web-{EA99E9E0-2870-1158-2F09-3FED8C3A5334}"/>
    <pc:docChg chg="addSld delSld modSld sldOrd">
      <pc:chgData name="Grizzle, Hayden (griz3899@vandals.uidaho.edu)" userId="S::griz3899@vandals.uidaho.edu::626afff8-bfac-464b-901d-69c97b6bb997" providerId="AD" clId="Web-{EA99E9E0-2870-1158-2F09-3FED8C3A5334}" dt="2026-09-24T04:00:02.424" v="58" actId="1076"/>
      <pc:docMkLst>
        <pc:docMk/>
      </pc:docMkLst>
      <pc:sldChg chg="addSp delSp modSp add ord replId">
        <pc:chgData name="Grizzle, Hayden (griz3899@vandals.uidaho.edu)" userId="S::griz3899@vandals.uidaho.edu::626afff8-bfac-464b-901d-69c97b6bb997" providerId="AD" clId="Web-{EA99E9E0-2870-1158-2F09-3FED8C3A5334}" dt="2026-09-24T03:11:38.907" v="8" actId="1076"/>
        <pc:sldMkLst>
          <pc:docMk/>
          <pc:sldMk cId="1510952811" sldId="276"/>
        </pc:sldMkLst>
        <pc:spChg chg="mod">
          <ac:chgData name="Grizzle, Hayden (griz3899@vandals.uidaho.edu)" userId="S::griz3899@vandals.uidaho.edu::626afff8-bfac-464b-901d-69c97b6bb997" providerId="AD" clId="Web-{EA99E9E0-2870-1158-2F09-3FED8C3A5334}" dt="2026-09-24T03:10:29.844" v="4" actId="20577"/>
          <ac:spMkLst>
            <pc:docMk/>
            <pc:sldMk cId="1510952811" sldId="276"/>
            <ac:spMk id="2" creationId="{ACF20AF3-BAEA-719F-67B5-118FA758AD67}"/>
          </ac:spMkLst>
        </pc:spChg>
        <pc:spChg chg="del">
          <ac:chgData name="Grizzle, Hayden (griz3899@vandals.uidaho.edu)" userId="S::griz3899@vandals.uidaho.edu::626afff8-bfac-464b-901d-69c97b6bb997" providerId="AD" clId="Web-{EA99E9E0-2870-1158-2F09-3FED8C3A5334}" dt="2026-09-24T03:10:33.876" v="5"/>
          <ac:spMkLst>
            <pc:docMk/>
            <pc:sldMk cId="1510952811" sldId="276"/>
            <ac:spMk id="3" creationId="{72F4DAE6-BF4A-B618-9772-E1BDA36873CC}"/>
          </ac:spMkLst>
        </pc:spChg>
        <pc:picChg chg="add mod">
          <ac:chgData name="Grizzle, Hayden (griz3899@vandals.uidaho.edu)" userId="S::griz3899@vandals.uidaho.edu::626afff8-bfac-464b-901d-69c97b6bb997" providerId="AD" clId="Web-{EA99E9E0-2870-1158-2F09-3FED8C3A5334}" dt="2026-09-24T03:11:38.907" v="8" actId="1076"/>
          <ac:picMkLst>
            <pc:docMk/>
            <pc:sldMk cId="1510952811" sldId="276"/>
            <ac:picMk id="4" creationId="{10F93A57-7448-B5FB-5744-F95556B88FC6}"/>
          </ac:picMkLst>
        </pc:picChg>
      </pc:sldChg>
      <pc:sldChg chg="addSp delSp modSp add replId">
        <pc:chgData name="Grizzle, Hayden (griz3899@vandals.uidaho.edu)" userId="S::griz3899@vandals.uidaho.edu::626afff8-bfac-464b-901d-69c97b6bb997" providerId="AD" clId="Web-{EA99E9E0-2870-1158-2F09-3FED8C3A5334}" dt="2026-09-24T03:16:22.657" v="19" actId="1076"/>
        <pc:sldMkLst>
          <pc:docMk/>
          <pc:sldMk cId="636640693" sldId="277"/>
        </pc:sldMkLst>
        <pc:spChg chg="mod">
          <ac:chgData name="Grizzle, Hayden (griz3899@vandals.uidaho.edu)" userId="S::griz3899@vandals.uidaho.edu::626afff8-bfac-464b-901d-69c97b6bb997" providerId="AD" clId="Web-{EA99E9E0-2870-1158-2F09-3FED8C3A5334}" dt="2026-09-24T03:13:10.298" v="13" actId="20577"/>
          <ac:spMkLst>
            <pc:docMk/>
            <pc:sldMk cId="636640693" sldId="277"/>
            <ac:spMk id="2" creationId="{0EA44ED4-3556-0896-97DC-FCF927918317}"/>
          </ac:spMkLst>
        </pc:spChg>
        <pc:picChg chg="add mod">
          <ac:chgData name="Grizzle, Hayden (griz3899@vandals.uidaho.edu)" userId="S::griz3899@vandals.uidaho.edu::626afff8-bfac-464b-901d-69c97b6bb997" providerId="AD" clId="Web-{EA99E9E0-2870-1158-2F09-3FED8C3A5334}" dt="2026-09-24T03:16:22.657" v="19" actId="1076"/>
          <ac:picMkLst>
            <pc:docMk/>
            <pc:sldMk cId="636640693" sldId="277"/>
            <ac:picMk id="3" creationId="{873FAA40-031C-EC80-4917-5D48565C39F2}"/>
          </ac:picMkLst>
        </pc:picChg>
        <pc:picChg chg="del">
          <ac:chgData name="Grizzle, Hayden (griz3899@vandals.uidaho.edu)" userId="S::griz3899@vandals.uidaho.edu::626afff8-bfac-464b-901d-69c97b6bb997" providerId="AD" clId="Web-{EA99E9E0-2870-1158-2F09-3FED8C3A5334}" dt="2026-09-24T03:12:18.829" v="10"/>
          <ac:picMkLst>
            <pc:docMk/>
            <pc:sldMk cId="636640693" sldId="277"/>
            <ac:picMk id="4" creationId="{1EE84247-EE32-1DED-D8F7-B976BF80060F}"/>
          </ac:picMkLst>
        </pc:picChg>
      </pc:sldChg>
      <pc:sldChg chg="add del replId">
        <pc:chgData name="Grizzle, Hayden (griz3899@vandals.uidaho.edu)" userId="S::griz3899@vandals.uidaho.edu::626afff8-bfac-464b-901d-69c97b6bb997" providerId="AD" clId="Web-{EA99E9E0-2870-1158-2F09-3FED8C3A5334}" dt="2026-09-24T03:15:47.610" v="15"/>
        <pc:sldMkLst>
          <pc:docMk/>
          <pc:sldMk cId="3235072158" sldId="278"/>
        </pc:sldMkLst>
      </pc:sldChg>
      <pc:sldChg chg="addSp delSp modSp add replId">
        <pc:chgData name="Grizzle, Hayden (griz3899@vandals.uidaho.edu)" userId="S::griz3899@vandals.uidaho.edu::626afff8-bfac-464b-901d-69c97b6bb997" providerId="AD" clId="Web-{EA99E9E0-2870-1158-2F09-3FED8C3A5334}" dt="2026-09-24T03:56:06.284" v="39" actId="1076"/>
        <pc:sldMkLst>
          <pc:docMk/>
          <pc:sldMk cId="599091695" sldId="281"/>
        </pc:sldMkLst>
        <pc:spChg chg="mod">
          <ac:chgData name="Grizzle, Hayden (griz3899@vandals.uidaho.edu)" userId="S::griz3899@vandals.uidaho.edu::626afff8-bfac-464b-901d-69c97b6bb997" providerId="AD" clId="Web-{EA99E9E0-2870-1158-2F09-3FED8C3A5334}" dt="2026-09-24T03:55:55.690" v="35" actId="20577"/>
          <ac:spMkLst>
            <pc:docMk/>
            <pc:sldMk cId="599091695" sldId="281"/>
            <ac:spMk id="2" creationId="{5CF3F1DE-3E2D-ABEE-14E2-31A9D747A9BB}"/>
          </ac:spMkLst>
        </pc:spChg>
        <pc:picChg chg="del">
          <ac:chgData name="Grizzle, Hayden (griz3899@vandals.uidaho.edu)" userId="S::griz3899@vandals.uidaho.edu::626afff8-bfac-464b-901d-69c97b6bb997" providerId="AD" clId="Web-{EA99E9E0-2870-1158-2F09-3FED8C3A5334}" dt="2026-09-24T03:55:58.346" v="36"/>
          <ac:picMkLst>
            <pc:docMk/>
            <pc:sldMk cId="599091695" sldId="281"/>
            <ac:picMk id="3" creationId="{A1B99521-CA2C-0827-DE2E-4525C6884C50}"/>
          </ac:picMkLst>
        </pc:picChg>
        <pc:picChg chg="add mod">
          <ac:chgData name="Grizzle, Hayden (griz3899@vandals.uidaho.edu)" userId="S::griz3899@vandals.uidaho.edu::626afff8-bfac-464b-901d-69c97b6bb997" providerId="AD" clId="Web-{EA99E9E0-2870-1158-2F09-3FED8C3A5334}" dt="2026-09-24T03:56:06.284" v="39" actId="1076"/>
          <ac:picMkLst>
            <pc:docMk/>
            <pc:sldMk cId="599091695" sldId="281"/>
            <ac:picMk id="4" creationId="{48A82453-D5C6-B5FF-0F78-148015124B97}"/>
          </ac:picMkLst>
        </pc:picChg>
      </pc:sldChg>
      <pc:sldChg chg="addSp delSp modSp add replId">
        <pc:chgData name="Grizzle, Hayden (griz3899@vandals.uidaho.edu)" userId="S::griz3899@vandals.uidaho.edu::626afff8-bfac-464b-901d-69c97b6bb997" providerId="AD" clId="Web-{EA99E9E0-2870-1158-2F09-3FED8C3A5334}" dt="2026-09-24T04:00:02.424" v="58" actId="1076"/>
        <pc:sldMkLst>
          <pc:docMk/>
          <pc:sldMk cId="2585510147" sldId="282"/>
        </pc:sldMkLst>
        <pc:spChg chg="mod">
          <ac:chgData name="Grizzle, Hayden (griz3899@vandals.uidaho.edu)" userId="S::griz3899@vandals.uidaho.edu::626afff8-bfac-464b-901d-69c97b6bb997" providerId="AD" clId="Web-{EA99E9E0-2870-1158-2F09-3FED8C3A5334}" dt="2026-09-24T03:56:23.112" v="53" actId="20577"/>
          <ac:spMkLst>
            <pc:docMk/>
            <pc:sldMk cId="2585510147" sldId="282"/>
            <ac:spMk id="2" creationId="{0D619D2D-3469-F5EB-49BD-ACC5424586FE}"/>
          </ac:spMkLst>
        </pc:spChg>
        <pc:picChg chg="add mod">
          <ac:chgData name="Grizzle, Hayden (griz3899@vandals.uidaho.edu)" userId="S::griz3899@vandals.uidaho.edu::626afff8-bfac-464b-901d-69c97b6bb997" providerId="AD" clId="Web-{EA99E9E0-2870-1158-2F09-3FED8C3A5334}" dt="2026-09-24T04:00:02.424" v="58" actId="1076"/>
          <ac:picMkLst>
            <pc:docMk/>
            <pc:sldMk cId="2585510147" sldId="282"/>
            <ac:picMk id="3" creationId="{87B534C3-5BDE-94CD-618F-2F620A7BDF51}"/>
          </ac:picMkLst>
        </pc:picChg>
        <pc:picChg chg="del">
          <ac:chgData name="Grizzle, Hayden (griz3899@vandals.uidaho.edu)" userId="S::griz3899@vandals.uidaho.edu::626afff8-bfac-464b-901d-69c97b6bb997" providerId="AD" clId="Web-{EA99E9E0-2870-1158-2F09-3FED8C3A5334}" dt="2026-09-24T03:59:51.596" v="54"/>
          <ac:picMkLst>
            <pc:docMk/>
            <pc:sldMk cId="2585510147" sldId="282"/>
            <ac:picMk id="4" creationId="{83B58058-ECB5-4633-3316-F34FA10B1F39}"/>
          </ac:picMkLst>
        </pc:picChg>
      </pc:sldChg>
    </pc:docChg>
  </pc:docChgLst>
  <pc:docChgLst>
    <pc:chgData name="Zhu, Shenghao (zhu5509@vandals.uidaho.edu)" userId="S::zhu5509@vandals.uidaho.edu::50ff9b73-b862-425c-b74c-495efb0836b4" providerId="AD" clId="Web-{4A146280-C068-6D0A-1B3D-7399CC70A501}"/>
    <pc:docChg chg="addSld delSld modSld sldOrd modSection">
      <pc:chgData name="Zhu, Shenghao (zhu5509@vandals.uidaho.edu)" userId="S::zhu5509@vandals.uidaho.edu::50ff9b73-b862-425c-b74c-495efb0836b4" providerId="AD" clId="Web-{4A146280-C068-6D0A-1B3D-7399CC70A501}" dt="2026-09-24T05:01:37.952" v="57"/>
      <pc:docMkLst>
        <pc:docMk/>
      </pc:docMkLst>
      <pc:sldChg chg="addSp delSp modSp new del ord">
        <pc:chgData name="Zhu, Shenghao (zhu5509@vandals.uidaho.edu)" userId="S::zhu5509@vandals.uidaho.edu::50ff9b73-b862-425c-b74c-495efb0836b4" providerId="AD" clId="Web-{4A146280-C068-6D0A-1B3D-7399CC70A501}" dt="2026-09-24T04:55:15.734" v="48"/>
        <pc:sldMkLst>
          <pc:docMk/>
          <pc:sldMk cId="2317724718" sldId="280"/>
        </pc:sldMkLst>
        <pc:spChg chg="mod">
          <ac:chgData name="Zhu, Shenghao (zhu5509@vandals.uidaho.edu)" userId="S::zhu5509@vandals.uidaho.edu::50ff9b73-b862-425c-b74c-495efb0836b4" providerId="AD" clId="Web-{4A146280-C068-6D0A-1B3D-7399CC70A501}" dt="2026-09-24T04:08:53.700" v="30" actId="20577"/>
          <ac:spMkLst>
            <pc:docMk/>
            <pc:sldMk cId="2317724718" sldId="280"/>
            <ac:spMk id="2" creationId="{403B9029-C489-D3F6-2D52-EEB974EC1FEE}"/>
          </ac:spMkLst>
        </pc:spChg>
        <pc:spChg chg="del">
          <ac:chgData name="Zhu, Shenghao (zhu5509@vandals.uidaho.edu)" userId="S::zhu5509@vandals.uidaho.edu::50ff9b73-b862-425c-b74c-495efb0836b4" providerId="AD" clId="Web-{4A146280-C068-6D0A-1B3D-7399CC70A501}" dt="2026-09-24T03:34:36.064" v="24"/>
          <ac:spMkLst>
            <pc:docMk/>
            <pc:sldMk cId="2317724718" sldId="280"/>
            <ac:spMk id="3" creationId="{904C1875-0461-EDFB-4DE0-D889195F06A1}"/>
          </ac:spMkLst>
        </pc:spChg>
        <pc:spChg chg="add del mod">
          <ac:chgData name="Zhu, Shenghao (zhu5509@vandals.uidaho.edu)" userId="S::zhu5509@vandals.uidaho.edu::50ff9b73-b862-425c-b74c-495efb0836b4" providerId="AD" clId="Web-{4A146280-C068-6D0A-1B3D-7399CC70A501}" dt="2026-09-24T03:55:06.546" v="26"/>
          <ac:spMkLst>
            <pc:docMk/>
            <pc:sldMk cId="2317724718" sldId="280"/>
            <ac:spMk id="6" creationId="{B36B26FA-326B-973D-9749-BF6AD33F8DE5}"/>
          </ac:spMkLst>
        </pc:spChg>
        <pc:spChg chg="add del mod">
          <ac:chgData name="Zhu, Shenghao (zhu5509@vandals.uidaho.edu)" userId="S::zhu5509@vandals.uidaho.edu::50ff9b73-b862-425c-b74c-495efb0836b4" providerId="AD" clId="Web-{4A146280-C068-6D0A-1B3D-7399CC70A501}" dt="2026-09-24T03:55:30.296" v="28"/>
          <ac:spMkLst>
            <pc:docMk/>
            <pc:sldMk cId="2317724718" sldId="280"/>
            <ac:spMk id="9" creationId="{F66AC75D-BE5B-F018-E52E-05C4924B4F3C}"/>
          </ac:spMkLst>
        </pc:spChg>
        <pc:picChg chg="add del mod ord">
          <ac:chgData name="Zhu, Shenghao (zhu5509@vandals.uidaho.edu)" userId="S::zhu5509@vandals.uidaho.edu::50ff9b73-b862-425c-b74c-495efb0836b4" providerId="AD" clId="Web-{4A146280-C068-6D0A-1B3D-7399CC70A501}" dt="2026-09-24T03:54:58.655" v="25"/>
          <ac:picMkLst>
            <pc:docMk/>
            <pc:sldMk cId="2317724718" sldId="280"/>
            <ac:picMk id="4" creationId="{19AEF1CB-C836-60EF-383C-1ADEBD316B90}"/>
          </ac:picMkLst>
        </pc:picChg>
        <pc:picChg chg="add del mod ord">
          <ac:chgData name="Zhu, Shenghao (zhu5509@vandals.uidaho.edu)" userId="S::zhu5509@vandals.uidaho.edu::50ff9b73-b862-425c-b74c-495efb0836b4" providerId="AD" clId="Web-{4A146280-C068-6D0A-1B3D-7399CC70A501}" dt="2026-09-24T03:55:08.515" v="27"/>
          <ac:picMkLst>
            <pc:docMk/>
            <pc:sldMk cId="2317724718" sldId="280"/>
            <ac:picMk id="7" creationId="{C8B8BB72-4811-7621-47FE-961D36E1D1E7}"/>
          </ac:picMkLst>
        </pc:picChg>
        <pc:picChg chg="add mod ord">
          <ac:chgData name="Zhu, Shenghao (zhu5509@vandals.uidaho.edu)" userId="S::zhu5509@vandals.uidaho.edu::50ff9b73-b862-425c-b74c-495efb0836b4" providerId="AD" clId="Web-{4A146280-C068-6D0A-1B3D-7399CC70A501}" dt="2026-09-24T03:55:30.296" v="28"/>
          <ac:picMkLst>
            <pc:docMk/>
            <pc:sldMk cId="2317724718" sldId="280"/>
            <ac:picMk id="10" creationId="{55770A6C-1F19-E032-C2BB-55FA89FB9BAE}"/>
          </ac:picMkLst>
        </pc:picChg>
      </pc:sldChg>
      <pc:sldChg chg="new del">
        <pc:chgData name="Zhu, Shenghao (zhu5509@vandals.uidaho.edu)" userId="S::zhu5509@vandals.uidaho.edu::50ff9b73-b862-425c-b74c-495efb0836b4" providerId="AD" clId="Web-{4A146280-C068-6D0A-1B3D-7399CC70A501}" dt="2026-09-24T04:34:25.065" v="33"/>
        <pc:sldMkLst>
          <pc:docMk/>
          <pc:sldMk cId="4103536915" sldId="285"/>
        </pc:sldMkLst>
      </pc:sldChg>
      <pc:sldChg chg="addSp delSp modSp add del ord replId">
        <pc:chgData name="Zhu, Shenghao (zhu5509@vandals.uidaho.edu)" userId="S::zhu5509@vandals.uidaho.edu::50ff9b73-b862-425c-b74c-495efb0836b4" providerId="AD" clId="Web-{4A146280-C068-6D0A-1B3D-7399CC70A501}" dt="2026-09-24T04:54:22.265" v="39"/>
        <pc:sldMkLst>
          <pc:docMk/>
          <pc:sldMk cId="3120146619" sldId="286"/>
        </pc:sldMkLst>
        <pc:spChg chg="add mod">
          <ac:chgData name="Zhu, Shenghao (zhu5509@vandals.uidaho.edu)" userId="S::zhu5509@vandals.uidaho.edu::50ff9b73-b862-425c-b74c-495efb0836b4" providerId="AD" clId="Web-{4A146280-C068-6D0A-1B3D-7399CC70A501}" dt="2026-09-24T04:37:24.033" v="34"/>
          <ac:spMkLst>
            <pc:docMk/>
            <pc:sldMk cId="3120146619" sldId="286"/>
            <ac:spMk id="4" creationId="{D3B6B379-5B2A-147F-D908-E8F989502FD2}"/>
          </ac:spMkLst>
        </pc:spChg>
        <pc:picChg chg="del">
          <ac:chgData name="Zhu, Shenghao (zhu5509@vandals.uidaho.edu)" userId="S::zhu5509@vandals.uidaho.edu::50ff9b73-b862-425c-b74c-495efb0836b4" providerId="AD" clId="Web-{4A146280-C068-6D0A-1B3D-7399CC70A501}" dt="2026-09-24T04:37:24.033" v="34"/>
          <ac:picMkLst>
            <pc:docMk/>
            <pc:sldMk cId="3120146619" sldId="286"/>
            <ac:picMk id="10" creationId="{6F3BB767-E243-2867-BBBC-AB5EB9787DB0}"/>
          </ac:picMkLst>
        </pc:picChg>
      </pc:sldChg>
      <pc:sldChg chg="del">
        <pc:chgData name="Zhu, Shenghao (zhu5509@vandals.uidaho.edu)" userId="S::zhu5509@vandals.uidaho.edu::50ff9b73-b862-425c-b74c-495efb0836b4" providerId="AD" clId="Web-{4A146280-C068-6D0A-1B3D-7399CC70A501}" dt="2026-09-24T04:54:57.921" v="44"/>
        <pc:sldMkLst>
          <pc:docMk/>
          <pc:sldMk cId="1638890779" sldId="295"/>
        </pc:sldMkLst>
      </pc:sldChg>
      <pc:sldChg chg="del">
        <pc:chgData name="Zhu, Shenghao (zhu5509@vandals.uidaho.edu)" userId="S::zhu5509@vandals.uidaho.edu::50ff9b73-b862-425c-b74c-495efb0836b4" providerId="AD" clId="Web-{4A146280-C068-6D0A-1B3D-7399CC70A501}" dt="2026-09-24T04:55:24.140" v="49"/>
        <pc:sldMkLst>
          <pc:docMk/>
          <pc:sldMk cId="1780863663" sldId="296"/>
        </pc:sldMkLst>
      </pc:sldChg>
      <pc:sldChg chg="new del">
        <pc:chgData name="Zhu, Shenghao (zhu5509@vandals.uidaho.edu)" userId="S::zhu5509@vandals.uidaho.edu::50ff9b73-b862-425c-b74c-495efb0836b4" providerId="AD" clId="Web-{4A146280-C068-6D0A-1B3D-7399CC70A501}" dt="2026-09-24T04:54:17.750" v="37"/>
        <pc:sldMkLst>
          <pc:docMk/>
          <pc:sldMk cId="3615116720" sldId="299"/>
        </pc:sldMkLst>
      </pc:sldChg>
      <pc:sldChg chg="add del">
        <pc:chgData name="Zhu, Shenghao (zhu5509@vandals.uidaho.edu)" userId="S::zhu5509@vandals.uidaho.edu::50ff9b73-b862-425c-b74c-495efb0836b4" providerId="AD" clId="Web-{4A146280-C068-6D0A-1B3D-7399CC70A501}" dt="2026-09-24T05:01:37.952" v="57"/>
        <pc:sldMkLst>
          <pc:docMk/>
          <pc:sldMk cId="1634755254" sldId="300"/>
        </pc:sldMkLst>
      </pc:sldChg>
      <pc:sldChg chg="add">
        <pc:chgData name="Zhu, Shenghao (zhu5509@vandals.uidaho.edu)" userId="S::zhu5509@vandals.uidaho.edu::50ff9b73-b862-425c-b74c-495efb0836b4" providerId="AD" clId="Web-{4A146280-C068-6D0A-1B3D-7399CC70A501}" dt="2026-09-24T05:01:35.499" v="53"/>
        <pc:sldMkLst>
          <pc:docMk/>
          <pc:sldMk cId="2317724718" sldId="301"/>
        </pc:sldMkLst>
      </pc:sldChg>
      <pc:sldChg chg="add del">
        <pc:chgData name="Zhu, Shenghao (zhu5509@vandals.uidaho.edu)" userId="S::zhu5509@vandals.uidaho.edu::50ff9b73-b862-425c-b74c-495efb0836b4" providerId="AD" clId="Web-{4A146280-C068-6D0A-1B3D-7399CC70A501}" dt="2026-09-24T05:01:31.608" v="52"/>
        <pc:sldMkLst>
          <pc:docMk/>
          <pc:sldMk cId="3120146619" sldId="301"/>
        </pc:sldMkLst>
      </pc:sldChg>
      <pc:sldChg chg="add del">
        <pc:chgData name="Zhu, Shenghao (zhu5509@vandals.uidaho.edu)" userId="S::zhu5509@vandals.uidaho.edu::50ff9b73-b862-425c-b74c-495efb0836b4" providerId="AD" clId="Web-{4A146280-C068-6D0A-1B3D-7399CC70A501}" dt="2026-09-24T05:01:29.920" v="51"/>
        <pc:sldMkLst>
          <pc:docMk/>
          <pc:sldMk cId="1006845751" sldId="302"/>
        </pc:sldMkLst>
      </pc:sldChg>
      <pc:sldChg chg="add">
        <pc:chgData name="Zhu, Shenghao (zhu5509@vandals.uidaho.edu)" userId="S::zhu5509@vandals.uidaho.edu::50ff9b73-b862-425c-b74c-495efb0836b4" providerId="AD" clId="Web-{4A146280-C068-6D0A-1B3D-7399CC70A501}" dt="2026-09-24T05:01:35.577" v="54"/>
        <pc:sldMkLst>
          <pc:docMk/>
          <pc:sldMk cId="3120146619" sldId="302"/>
        </pc:sldMkLst>
      </pc:sldChg>
      <pc:sldChg chg="add">
        <pc:chgData name="Zhu, Shenghao (zhu5509@vandals.uidaho.edu)" userId="S::zhu5509@vandals.uidaho.edu::50ff9b73-b862-425c-b74c-495efb0836b4" providerId="AD" clId="Web-{4A146280-C068-6D0A-1B3D-7399CC70A501}" dt="2026-09-24T05:01:35.639" v="55"/>
        <pc:sldMkLst>
          <pc:docMk/>
          <pc:sldMk cId="643946002" sldId="303"/>
        </pc:sldMkLst>
      </pc:sldChg>
      <pc:sldChg chg="new del">
        <pc:chgData name="Zhu, Shenghao (zhu5509@vandals.uidaho.edu)" userId="S::zhu5509@vandals.uidaho.edu::50ff9b73-b862-425c-b74c-495efb0836b4" providerId="AD" clId="Web-{4A146280-C068-6D0A-1B3D-7399CC70A501}" dt="2026-09-24T04:55:13.890" v="47"/>
        <pc:sldMkLst>
          <pc:docMk/>
          <pc:sldMk cId="2752599991" sldId="303"/>
        </pc:sldMkLst>
      </pc:sldChg>
      <pc:sldChg chg="add del">
        <pc:chgData name="Zhu, Shenghao (zhu5509@vandals.uidaho.edu)" userId="S::zhu5509@vandals.uidaho.edu::50ff9b73-b862-425c-b74c-495efb0836b4" providerId="AD" clId="Web-{4A146280-C068-6D0A-1B3D-7399CC70A501}" dt="2026-09-24T04:54:56.312" v="43"/>
        <pc:sldMkLst>
          <pc:docMk/>
          <pc:sldMk cId="2755968382" sldId="303"/>
        </pc:sldMkLst>
      </pc:sldChg>
      <pc:sldChg chg="add del">
        <pc:chgData name="Zhu, Shenghao (zhu5509@vandals.uidaho.edu)" userId="S::zhu5509@vandals.uidaho.edu::50ff9b73-b862-425c-b74c-495efb0836b4" providerId="AD" clId="Web-{4A146280-C068-6D0A-1B3D-7399CC70A501}" dt="2026-09-24T05:01:27.827" v="50"/>
        <pc:sldMkLst>
          <pc:docMk/>
          <pc:sldMk cId="1024287065" sldId="304"/>
        </pc:sldMkLst>
      </pc:sldChg>
      <pc:sldChg chg="add">
        <pc:chgData name="Zhu, Shenghao (zhu5509@vandals.uidaho.edu)" userId="S::zhu5509@vandals.uidaho.edu::50ff9b73-b862-425c-b74c-495efb0836b4" providerId="AD" clId="Web-{4A146280-C068-6D0A-1B3D-7399CC70A501}" dt="2026-09-24T05:01:35.686" v="56"/>
        <pc:sldMkLst>
          <pc:docMk/>
          <pc:sldMk cId="3931992765" sldId="304"/>
        </pc:sldMkLst>
      </pc:sldChg>
    </pc:docChg>
  </pc:docChgLst>
  <pc:docChgLst>
    <pc:chgData name="Gagandeep Singh (gaga4812@vandals.uidaho.edu)" userId="S::gaga4812@vandals.uidaho.edu::f987ee99-a2b3-4a0d-83db-8122a9f80e5f" providerId="AD" clId="Web-{E11AB1C5-6986-E85F-262F-5783E29F3CC5}"/>
    <pc:docChg chg="modSld">
      <pc:chgData name="Gagandeep Singh (gaga4812@vandals.uidaho.edu)" userId="S::gaga4812@vandals.uidaho.edu::f987ee99-a2b3-4a0d-83db-8122a9f80e5f" providerId="AD" clId="Web-{E11AB1C5-6986-E85F-262F-5783E29F3CC5}" dt="2026-09-24T05:05:20.676" v="5" actId="14100"/>
      <pc:docMkLst>
        <pc:docMk/>
      </pc:docMkLst>
      <pc:sldChg chg="addSp modSp mod modClrScheme chgLayout">
        <pc:chgData name="Gagandeep Singh (gaga4812@vandals.uidaho.edu)" userId="S::gaga4812@vandals.uidaho.edu::f987ee99-a2b3-4a0d-83db-8122a9f80e5f" providerId="AD" clId="Web-{E11AB1C5-6986-E85F-262F-5783E29F3CC5}" dt="2026-09-24T05:05:20.676" v="5" actId="14100"/>
        <pc:sldMkLst>
          <pc:docMk/>
          <pc:sldMk cId="4263704865" sldId="292"/>
        </pc:sldMkLst>
        <pc:spChg chg="mod">
          <ac:chgData name="Gagandeep Singh (gaga4812@vandals.uidaho.edu)" userId="S::gaga4812@vandals.uidaho.edu::f987ee99-a2b3-4a0d-83db-8122a9f80e5f" providerId="AD" clId="Web-{E11AB1C5-6986-E85F-262F-5783E29F3CC5}" dt="2026-09-24T05:04:30.473" v="4"/>
          <ac:spMkLst>
            <pc:docMk/>
            <pc:sldMk cId="4263704865" sldId="292"/>
            <ac:spMk id="2" creationId="{B6FD31ED-4064-0ECE-96D1-42CAA28B6385}"/>
          </ac:spMkLst>
        </pc:spChg>
        <pc:spChg chg="add mod">
          <ac:chgData name="Gagandeep Singh (gaga4812@vandals.uidaho.edu)" userId="S::gaga4812@vandals.uidaho.edu::f987ee99-a2b3-4a0d-83db-8122a9f80e5f" providerId="AD" clId="Web-{E11AB1C5-6986-E85F-262F-5783E29F3CC5}" dt="2026-09-24T05:04:30.473" v="4"/>
          <ac:spMkLst>
            <pc:docMk/>
            <pc:sldMk cId="4263704865" sldId="292"/>
            <ac:spMk id="8" creationId="{C51D57DE-3B40-6812-5F1A-EB9C7562493C}"/>
          </ac:spMkLst>
        </pc:spChg>
        <pc:picChg chg="add mod">
          <ac:chgData name="Gagandeep Singh (gaga4812@vandals.uidaho.edu)" userId="S::gaga4812@vandals.uidaho.edu::f987ee99-a2b3-4a0d-83db-8122a9f80e5f" providerId="AD" clId="Web-{E11AB1C5-6986-E85F-262F-5783E29F3CC5}" dt="2026-09-24T05:05:20.676" v="5" actId="14100"/>
          <ac:picMkLst>
            <pc:docMk/>
            <pc:sldMk cId="4263704865" sldId="292"/>
            <ac:picMk id="3" creationId="{A852FD2B-05E7-8501-2F80-82EF234538CC}"/>
          </ac:picMkLst>
        </pc:picChg>
      </pc:sldChg>
    </pc:docChg>
  </pc:docChgLst>
  <pc:docChgLst>
    <pc:chgData name="Yaw, Adam (yaw8714@vandals.uidaho.edu)" userId="c945cb4c-6a77-4408-8807-a22ae6ea5937" providerId="ADAL" clId="{EC685FD3-55F0-4666-8D70-D77B64B839B5}"/>
    <pc:docChg chg="modSld modMainMaster">
      <pc:chgData name="Yaw, Adam (yaw8714@vandals.uidaho.edu)" userId="c945cb4c-6a77-4408-8807-a22ae6ea5937" providerId="ADAL" clId="{EC685FD3-55F0-4666-8D70-D77B64B839B5}" dt="2026-09-24T05:13:06.912" v="23" actId="767"/>
      <pc:docMkLst>
        <pc:docMk/>
      </pc:docMkLst>
      <pc:sldChg chg="modSp">
        <pc:chgData name="Yaw, Adam (yaw8714@vandals.uidaho.edu)" userId="c945cb4c-6a77-4408-8807-a22ae6ea5937" providerId="ADAL" clId="{EC685FD3-55F0-4666-8D70-D77B64B839B5}" dt="2026-09-24T02:23:26.972" v="3"/>
        <pc:sldMkLst>
          <pc:docMk/>
          <pc:sldMk cId="1050624366" sldId="256"/>
        </pc:sldMkLst>
        <pc:spChg chg="mod">
          <ac:chgData name="Yaw, Adam (yaw8714@vandals.uidaho.edu)" userId="c945cb4c-6a77-4408-8807-a22ae6ea5937" providerId="ADAL" clId="{EC685FD3-55F0-4666-8D70-D77B64B839B5}" dt="2026-09-24T02:18:10.956" v="2"/>
          <ac:spMkLst>
            <pc:docMk/>
            <pc:sldMk cId="1050624366" sldId="256"/>
            <ac:spMk id="2" creationId="{DAD50618-44B9-B5DF-8183-1556F237DF50}"/>
          </ac:spMkLst>
        </pc:spChg>
        <pc:spChg chg="mod">
          <ac:chgData name="Yaw, Adam (yaw8714@vandals.uidaho.edu)" userId="c945cb4c-6a77-4408-8807-a22ae6ea5937" providerId="ADAL" clId="{EC685FD3-55F0-4666-8D70-D77B64B839B5}" dt="2026-09-24T02:23:26.972" v="3"/>
          <ac:spMkLst>
            <pc:docMk/>
            <pc:sldMk cId="1050624366" sldId="256"/>
            <ac:spMk id="3" creationId="{8877017B-6937-4593-DAA2-9EE7E14A7485}"/>
          </ac:spMkLst>
        </pc:spChg>
      </pc:sldChg>
      <pc:sldChg chg="addSp modSp">
        <pc:chgData name="Yaw, Adam (yaw8714@vandals.uidaho.edu)" userId="c945cb4c-6a77-4408-8807-a22ae6ea5937" providerId="ADAL" clId="{EC685FD3-55F0-4666-8D70-D77B64B839B5}" dt="2026-09-24T05:13:06.912" v="23" actId="767"/>
        <pc:sldMkLst>
          <pc:docMk/>
          <pc:sldMk cId="879667945" sldId="257"/>
        </pc:sldMkLst>
        <pc:spChg chg="mod">
          <ac:chgData name="Yaw, Adam (yaw8714@vandals.uidaho.edu)" userId="c945cb4c-6a77-4408-8807-a22ae6ea5937" providerId="ADAL" clId="{EC685FD3-55F0-4666-8D70-D77B64B839B5}" dt="2026-09-24T02:14:15.824" v="0"/>
          <ac:spMkLst>
            <pc:docMk/>
            <pc:sldMk cId="879667945" sldId="257"/>
            <ac:spMk id="2" creationId="{6610F76F-2CFC-3D8A-C3DC-B529831942E9}"/>
          </ac:spMkLst>
        </pc:spChg>
        <pc:spChg chg="mod">
          <ac:chgData name="Yaw, Adam (yaw8714@vandals.uidaho.edu)" userId="c945cb4c-6a77-4408-8807-a22ae6ea5937" providerId="ADAL" clId="{EC685FD3-55F0-4666-8D70-D77B64B839B5}" dt="2026-09-24T02:14:15.824" v="0"/>
          <ac:spMkLst>
            <pc:docMk/>
            <pc:sldMk cId="879667945" sldId="257"/>
            <ac:spMk id="3" creationId="{94C1BBB2-2EB5-94E8-F991-338FCBF3081B}"/>
          </ac:spMkLst>
        </pc:spChg>
        <pc:spChg chg="add mod">
          <ac:chgData name="Yaw, Adam (yaw8714@vandals.uidaho.edu)" userId="c945cb4c-6a77-4408-8807-a22ae6ea5937" providerId="ADAL" clId="{EC685FD3-55F0-4666-8D70-D77B64B839B5}" dt="2026-09-24T05:13:06.912" v="23" actId="767"/>
          <ac:spMkLst>
            <pc:docMk/>
            <pc:sldMk cId="879667945" sldId="257"/>
            <ac:spMk id="56" creationId="{D355CE11-47AC-4A71-B1A7-4EA04E7814D9}"/>
          </ac:spMkLst>
        </pc:spChg>
      </pc:sldChg>
      <pc:sldChg chg="modSp">
        <pc:chgData name="Yaw, Adam (yaw8714@vandals.uidaho.edu)" userId="c945cb4c-6a77-4408-8807-a22ae6ea5937" providerId="ADAL" clId="{EC685FD3-55F0-4666-8D70-D77B64B839B5}" dt="2026-09-24T02:14:15.824" v="0"/>
        <pc:sldMkLst>
          <pc:docMk/>
          <pc:sldMk cId="3243005052" sldId="259"/>
        </pc:sldMkLst>
        <pc:spChg chg="mod">
          <ac:chgData name="Yaw, Adam (yaw8714@vandals.uidaho.edu)" userId="c945cb4c-6a77-4408-8807-a22ae6ea5937" providerId="ADAL" clId="{EC685FD3-55F0-4666-8D70-D77B64B839B5}" dt="2026-09-24T02:14:15.824" v="0"/>
          <ac:spMkLst>
            <pc:docMk/>
            <pc:sldMk cId="3243005052" sldId="259"/>
            <ac:spMk id="2" creationId="{E7673B88-4E05-5F32-72FB-584F6CBC8043}"/>
          </ac:spMkLst>
        </pc:spChg>
        <pc:spChg chg="mod">
          <ac:chgData name="Yaw, Adam (yaw8714@vandals.uidaho.edu)" userId="c945cb4c-6a77-4408-8807-a22ae6ea5937" providerId="ADAL" clId="{EC685FD3-55F0-4666-8D70-D77B64B839B5}" dt="2026-09-24T02:14:15.824" v="0"/>
          <ac:spMkLst>
            <pc:docMk/>
            <pc:sldMk cId="3243005052" sldId="259"/>
            <ac:spMk id="3" creationId="{0CD06D0B-9AEB-0BA3-70FC-A01CC130EDF8}"/>
          </ac:spMkLst>
        </pc:spChg>
      </pc:sldChg>
      <pc:sldChg chg="modSp">
        <pc:chgData name="Yaw, Adam (yaw8714@vandals.uidaho.edu)" userId="c945cb4c-6a77-4408-8807-a22ae6ea5937" providerId="ADAL" clId="{EC685FD3-55F0-4666-8D70-D77B64B839B5}" dt="2026-09-24T02:14:15.824" v="0"/>
        <pc:sldMkLst>
          <pc:docMk/>
          <pc:sldMk cId="224511772" sldId="260"/>
        </pc:sldMkLst>
        <pc:spChg chg="mod">
          <ac:chgData name="Yaw, Adam (yaw8714@vandals.uidaho.edu)" userId="c945cb4c-6a77-4408-8807-a22ae6ea5937" providerId="ADAL" clId="{EC685FD3-55F0-4666-8D70-D77B64B839B5}" dt="2026-09-24T02:14:15.824" v="0"/>
          <ac:spMkLst>
            <pc:docMk/>
            <pc:sldMk cId="224511772" sldId="260"/>
            <ac:spMk id="2" creationId="{F99CDA48-59C8-121C-0B86-FB8FB5D7A748}"/>
          </ac:spMkLst>
        </pc:spChg>
      </pc:sldChg>
      <pc:sldChg chg="modSp">
        <pc:chgData name="Yaw, Adam (yaw8714@vandals.uidaho.edu)" userId="c945cb4c-6a77-4408-8807-a22ae6ea5937" providerId="ADAL" clId="{EC685FD3-55F0-4666-8D70-D77B64B839B5}" dt="2026-09-24T02:14:15.824" v="0"/>
        <pc:sldMkLst>
          <pc:docMk/>
          <pc:sldMk cId="3057271592" sldId="261"/>
        </pc:sldMkLst>
        <pc:spChg chg="mod">
          <ac:chgData name="Yaw, Adam (yaw8714@vandals.uidaho.edu)" userId="c945cb4c-6a77-4408-8807-a22ae6ea5937" providerId="ADAL" clId="{EC685FD3-55F0-4666-8D70-D77B64B839B5}" dt="2026-09-24T02:14:15.824" v="0"/>
          <ac:spMkLst>
            <pc:docMk/>
            <pc:sldMk cId="3057271592" sldId="261"/>
            <ac:spMk id="2" creationId="{445EDBC3-A0EB-A7A9-203D-FEEB96BA2738}"/>
          </ac:spMkLst>
        </pc:spChg>
      </pc:sldChg>
      <pc:sldChg chg="addSp delSp modSp">
        <pc:chgData name="Yaw, Adam (yaw8714@vandals.uidaho.edu)" userId="c945cb4c-6a77-4408-8807-a22ae6ea5937" providerId="ADAL" clId="{EC685FD3-55F0-4666-8D70-D77B64B839B5}" dt="2026-09-24T02:28:24.857" v="7"/>
        <pc:sldMkLst>
          <pc:docMk/>
          <pc:sldMk cId="2316863475" sldId="262"/>
        </pc:sldMkLst>
        <pc:spChg chg="mod">
          <ac:chgData name="Yaw, Adam (yaw8714@vandals.uidaho.edu)" userId="c945cb4c-6a77-4408-8807-a22ae6ea5937" providerId="ADAL" clId="{EC685FD3-55F0-4666-8D70-D77B64B839B5}" dt="2026-09-24T02:14:15.824" v="0"/>
          <ac:spMkLst>
            <pc:docMk/>
            <pc:sldMk cId="2316863475" sldId="262"/>
            <ac:spMk id="2" creationId="{F7DF0F18-851F-ACF8-41FF-05A6BB43A34B}"/>
          </ac:spMkLst>
        </pc:spChg>
        <pc:spChg chg="del mod">
          <ac:chgData name="Yaw, Adam (yaw8714@vandals.uidaho.edu)" userId="c945cb4c-6a77-4408-8807-a22ae6ea5937" providerId="ADAL" clId="{EC685FD3-55F0-4666-8D70-D77B64B839B5}" dt="2026-09-24T02:28:24.857" v="7"/>
          <ac:spMkLst>
            <pc:docMk/>
            <pc:sldMk cId="2316863475" sldId="262"/>
            <ac:spMk id="3" creationId="{DEF03C7E-CF89-06BB-6DF1-19221680BD03}"/>
          </ac:spMkLst>
        </pc:spChg>
        <pc:picChg chg="add mod">
          <ac:chgData name="Yaw, Adam (yaw8714@vandals.uidaho.edu)" userId="c945cb4c-6a77-4408-8807-a22ae6ea5937" providerId="ADAL" clId="{EC685FD3-55F0-4666-8D70-D77B64B839B5}" dt="2026-09-24T02:28:24.857" v="7"/>
          <ac:picMkLst>
            <pc:docMk/>
            <pc:sldMk cId="2316863475" sldId="262"/>
            <ac:picMk id="4" creationId="{563EBBCD-C04D-4350-8CAC-84096769562D}"/>
          </ac:picMkLst>
        </pc:picChg>
      </pc:sldChg>
      <pc:sldChg chg="addSp delSp modSp">
        <pc:chgData name="Yaw, Adam (yaw8714@vandals.uidaho.edu)" userId="c945cb4c-6a77-4408-8807-a22ae6ea5937" providerId="ADAL" clId="{EC685FD3-55F0-4666-8D70-D77B64B839B5}" dt="2026-09-24T02:58:03.188" v="8"/>
        <pc:sldMkLst>
          <pc:docMk/>
          <pc:sldMk cId="3924923796" sldId="263"/>
        </pc:sldMkLst>
        <pc:spChg chg="mod">
          <ac:chgData name="Yaw, Adam (yaw8714@vandals.uidaho.edu)" userId="c945cb4c-6a77-4408-8807-a22ae6ea5937" providerId="ADAL" clId="{EC685FD3-55F0-4666-8D70-D77B64B839B5}" dt="2026-09-24T02:14:15.824" v="0"/>
          <ac:spMkLst>
            <pc:docMk/>
            <pc:sldMk cId="3924923796" sldId="263"/>
            <ac:spMk id="2" creationId="{11A6928F-BD51-E1F7-45C0-EFD3768E7A98}"/>
          </ac:spMkLst>
        </pc:spChg>
        <pc:spChg chg="del mod">
          <ac:chgData name="Yaw, Adam (yaw8714@vandals.uidaho.edu)" userId="c945cb4c-6a77-4408-8807-a22ae6ea5937" providerId="ADAL" clId="{EC685FD3-55F0-4666-8D70-D77B64B839B5}" dt="2026-09-24T02:58:03.188" v="8"/>
          <ac:spMkLst>
            <pc:docMk/>
            <pc:sldMk cId="3924923796" sldId="263"/>
            <ac:spMk id="3" creationId="{070B9B5B-2826-9DF2-DF2F-458B7E4CE901}"/>
          </ac:spMkLst>
        </pc:spChg>
        <pc:picChg chg="add mod">
          <ac:chgData name="Yaw, Adam (yaw8714@vandals.uidaho.edu)" userId="c945cb4c-6a77-4408-8807-a22ae6ea5937" providerId="ADAL" clId="{EC685FD3-55F0-4666-8D70-D77B64B839B5}" dt="2026-09-24T02:58:03.188" v="8"/>
          <ac:picMkLst>
            <pc:docMk/>
            <pc:sldMk cId="3924923796" sldId="263"/>
            <ac:picMk id="5" creationId="{BA015EFE-2A54-109E-41C0-9F1BEAFC7B1C}"/>
          </ac:picMkLst>
        </pc:picChg>
      </pc:sldChg>
      <pc:sldChg chg="addSp modSp">
        <pc:chgData name="Yaw, Adam (yaw8714@vandals.uidaho.edu)" userId="c945cb4c-6a77-4408-8807-a22ae6ea5937" providerId="ADAL" clId="{EC685FD3-55F0-4666-8D70-D77B64B839B5}" dt="2026-09-24T04:56:59.483" v="22"/>
        <pc:sldMkLst>
          <pc:docMk/>
          <pc:sldMk cId="1053324725" sldId="264"/>
        </pc:sldMkLst>
        <pc:spChg chg="mod">
          <ac:chgData name="Yaw, Adam (yaw8714@vandals.uidaho.edu)" userId="c945cb4c-6a77-4408-8807-a22ae6ea5937" providerId="ADAL" clId="{EC685FD3-55F0-4666-8D70-D77B64B839B5}" dt="2026-09-24T02:14:15.824" v="0"/>
          <ac:spMkLst>
            <pc:docMk/>
            <pc:sldMk cId="1053324725" sldId="264"/>
            <ac:spMk id="2" creationId="{1F144EB0-8319-4003-AFE7-7310FCCD55B5}"/>
          </ac:spMkLst>
        </pc:spChg>
        <pc:spChg chg="mod">
          <ac:chgData name="Yaw, Adam (yaw8714@vandals.uidaho.edu)" userId="c945cb4c-6a77-4408-8807-a22ae6ea5937" providerId="ADAL" clId="{EC685FD3-55F0-4666-8D70-D77B64B839B5}" dt="2026-09-24T02:14:15.824" v="0"/>
          <ac:spMkLst>
            <pc:docMk/>
            <pc:sldMk cId="1053324725" sldId="264"/>
            <ac:spMk id="3" creationId="{A1C95421-F71A-B30D-9DCD-34BCF87062B2}"/>
          </ac:spMkLst>
        </pc:spChg>
        <pc:spChg chg="add">
          <ac:chgData name="Yaw, Adam (yaw8714@vandals.uidaho.edu)" userId="c945cb4c-6a77-4408-8807-a22ae6ea5937" providerId="ADAL" clId="{EC685FD3-55F0-4666-8D70-D77B64B839B5}" dt="2026-09-24T03:09:01.090" v="9"/>
          <ac:spMkLst>
            <pc:docMk/>
            <pc:sldMk cId="1053324725" sldId="264"/>
            <ac:spMk id="6" creationId="{41C7C70E-F050-8AD9-FE54-5552BFE12A86}"/>
          </ac:spMkLst>
        </pc:spChg>
        <pc:picChg chg="add mod">
          <ac:chgData name="Yaw, Adam (yaw8714@vandals.uidaho.edu)" userId="c945cb4c-6a77-4408-8807-a22ae6ea5937" providerId="ADAL" clId="{EC685FD3-55F0-4666-8D70-D77B64B839B5}" dt="2026-09-24T04:56:59.483" v="22"/>
          <ac:picMkLst>
            <pc:docMk/>
            <pc:sldMk cId="1053324725" sldId="264"/>
            <ac:picMk id="10" creationId="{71C7E709-15D9-ECCD-CC5C-88067C92D758}"/>
          </ac:picMkLst>
        </pc:picChg>
      </pc:sldChg>
      <pc:sldChg chg="modSp">
        <pc:chgData name="Yaw, Adam (yaw8714@vandals.uidaho.edu)" userId="c945cb4c-6a77-4408-8807-a22ae6ea5937" providerId="ADAL" clId="{EC685FD3-55F0-4666-8D70-D77B64B839B5}" dt="2026-09-24T02:14:15.824" v="0"/>
        <pc:sldMkLst>
          <pc:docMk/>
          <pc:sldMk cId="3297678550" sldId="265"/>
        </pc:sldMkLst>
        <pc:spChg chg="mod">
          <ac:chgData name="Yaw, Adam (yaw8714@vandals.uidaho.edu)" userId="c945cb4c-6a77-4408-8807-a22ae6ea5937" providerId="ADAL" clId="{EC685FD3-55F0-4666-8D70-D77B64B839B5}" dt="2026-09-24T02:14:15.824" v="0"/>
          <ac:spMkLst>
            <pc:docMk/>
            <pc:sldMk cId="3297678550" sldId="265"/>
            <ac:spMk id="2" creationId="{1DCB31BE-A8DE-64C8-1083-5DDBF17E999C}"/>
          </ac:spMkLst>
        </pc:spChg>
        <pc:spChg chg="mod">
          <ac:chgData name="Yaw, Adam (yaw8714@vandals.uidaho.edu)" userId="c945cb4c-6a77-4408-8807-a22ae6ea5937" providerId="ADAL" clId="{EC685FD3-55F0-4666-8D70-D77B64B839B5}" dt="2026-09-24T02:14:15.824" v="0"/>
          <ac:spMkLst>
            <pc:docMk/>
            <pc:sldMk cId="3297678550" sldId="265"/>
            <ac:spMk id="3" creationId="{FEA65564-E529-086D-8236-D0C4FC02FEBE}"/>
          </ac:spMkLst>
        </pc:spChg>
      </pc:sldChg>
      <pc:sldChg chg="modSp">
        <pc:chgData name="Yaw, Adam (yaw8714@vandals.uidaho.edu)" userId="c945cb4c-6a77-4408-8807-a22ae6ea5937" providerId="ADAL" clId="{EC685FD3-55F0-4666-8D70-D77B64B839B5}" dt="2026-09-24T02:14:15.824" v="0"/>
        <pc:sldMkLst>
          <pc:docMk/>
          <pc:sldMk cId="2969398236" sldId="266"/>
        </pc:sldMkLst>
        <pc:spChg chg="mod">
          <ac:chgData name="Yaw, Adam (yaw8714@vandals.uidaho.edu)" userId="c945cb4c-6a77-4408-8807-a22ae6ea5937" providerId="ADAL" clId="{EC685FD3-55F0-4666-8D70-D77B64B839B5}" dt="2026-09-24T02:14:15.824" v="0"/>
          <ac:spMkLst>
            <pc:docMk/>
            <pc:sldMk cId="2969398236" sldId="266"/>
            <ac:spMk id="2" creationId="{5DE9DA4B-50AA-6B8E-2BAC-36B42D2146F1}"/>
          </ac:spMkLst>
        </pc:spChg>
      </pc:sldChg>
      <pc:sldChg chg="modSp">
        <pc:chgData name="Yaw, Adam (yaw8714@vandals.uidaho.edu)" userId="c945cb4c-6a77-4408-8807-a22ae6ea5937" providerId="ADAL" clId="{EC685FD3-55F0-4666-8D70-D77B64B839B5}" dt="2026-09-24T02:14:15.824" v="0"/>
        <pc:sldMkLst>
          <pc:docMk/>
          <pc:sldMk cId="2632465912" sldId="267"/>
        </pc:sldMkLst>
        <pc:spChg chg="mod">
          <ac:chgData name="Yaw, Adam (yaw8714@vandals.uidaho.edu)" userId="c945cb4c-6a77-4408-8807-a22ae6ea5937" providerId="ADAL" clId="{EC685FD3-55F0-4666-8D70-D77B64B839B5}" dt="2026-09-24T02:14:15.824" v="0"/>
          <ac:spMkLst>
            <pc:docMk/>
            <pc:sldMk cId="2632465912" sldId="267"/>
            <ac:spMk id="2" creationId="{34D9FDEA-5052-5453-5A48-2FAD2D4B8B19}"/>
          </ac:spMkLst>
        </pc:spChg>
        <pc:spChg chg="mod">
          <ac:chgData name="Yaw, Adam (yaw8714@vandals.uidaho.edu)" userId="c945cb4c-6a77-4408-8807-a22ae6ea5937" providerId="ADAL" clId="{EC685FD3-55F0-4666-8D70-D77B64B839B5}" dt="2026-09-24T02:14:15.824" v="0"/>
          <ac:spMkLst>
            <pc:docMk/>
            <pc:sldMk cId="2632465912" sldId="267"/>
            <ac:spMk id="3" creationId="{81D6A6BE-7891-B9EC-1142-86CD32237ADE}"/>
          </ac:spMkLst>
        </pc:spChg>
      </pc:sldChg>
      <pc:sldChg chg="modSp">
        <pc:chgData name="Yaw, Adam (yaw8714@vandals.uidaho.edu)" userId="c945cb4c-6a77-4408-8807-a22ae6ea5937" providerId="ADAL" clId="{EC685FD3-55F0-4666-8D70-D77B64B839B5}" dt="2026-09-24T04:35:10.614" v="14"/>
        <pc:sldMkLst>
          <pc:docMk/>
          <pc:sldMk cId="1527744628" sldId="269"/>
        </pc:sldMkLst>
        <pc:spChg chg="mod">
          <ac:chgData name="Yaw, Adam (yaw8714@vandals.uidaho.edu)" userId="c945cb4c-6a77-4408-8807-a22ae6ea5937" providerId="ADAL" clId="{EC685FD3-55F0-4666-8D70-D77B64B839B5}" dt="2026-09-24T02:26:10.787" v="6"/>
          <ac:spMkLst>
            <pc:docMk/>
            <pc:sldMk cId="1527744628" sldId="269"/>
            <ac:spMk id="2" creationId="{425EE88E-86C6-87BF-8C9D-6A7857A44461}"/>
          </ac:spMkLst>
        </pc:spChg>
        <pc:picChg chg="mod">
          <ac:chgData name="Yaw, Adam (yaw8714@vandals.uidaho.edu)" userId="c945cb4c-6a77-4408-8807-a22ae6ea5937" providerId="ADAL" clId="{EC685FD3-55F0-4666-8D70-D77B64B839B5}" dt="2026-09-24T04:35:10.614" v="14"/>
          <ac:picMkLst>
            <pc:docMk/>
            <pc:sldMk cId="1527744628" sldId="269"/>
            <ac:picMk id="5" creationId="{7F78F9D7-18F6-97DC-91B1-6BAA9A37CBE1}"/>
          </ac:picMkLst>
        </pc:picChg>
      </pc:sldChg>
      <pc:sldChg chg="modSp">
        <pc:chgData name="Yaw, Adam (yaw8714@vandals.uidaho.edu)" userId="c945cb4c-6a77-4408-8807-a22ae6ea5937" providerId="ADAL" clId="{EC685FD3-55F0-4666-8D70-D77B64B839B5}" dt="2026-09-24T04:35:25.176" v="16"/>
        <pc:sldMkLst>
          <pc:docMk/>
          <pc:sldMk cId="3668646747" sldId="270"/>
        </pc:sldMkLst>
        <pc:spChg chg="mod">
          <ac:chgData name="Yaw, Adam (yaw8714@vandals.uidaho.edu)" userId="c945cb4c-6a77-4408-8807-a22ae6ea5937" providerId="ADAL" clId="{EC685FD3-55F0-4666-8D70-D77B64B839B5}" dt="2026-09-24T03:56:05.562" v="10"/>
          <ac:spMkLst>
            <pc:docMk/>
            <pc:sldMk cId="3668646747" sldId="270"/>
            <ac:spMk id="2" creationId="{BFDBB417-58E1-08F8-FFEB-B14C7DF3D78B}"/>
          </ac:spMkLst>
        </pc:spChg>
        <pc:picChg chg="mod">
          <ac:chgData name="Yaw, Adam (yaw8714@vandals.uidaho.edu)" userId="c945cb4c-6a77-4408-8807-a22ae6ea5937" providerId="ADAL" clId="{EC685FD3-55F0-4666-8D70-D77B64B839B5}" dt="2026-09-24T04:35:25.176" v="16"/>
          <ac:picMkLst>
            <pc:docMk/>
            <pc:sldMk cId="3668646747" sldId="270"/>
            <ac:picMk id="5" creationId="{59013CBD-36DA-C70C-90AB-B4852CB651F3}"/>
          </ac:picMkLst>
        </pc:picChg>
      </pc:sldChg>
      <pc:sldChg chg="addSp delSp modSp">
        <pc:chgData name="Yaw, Adam (yaw8714@vandals.uidaho.edu)" userId="c945cb4c-6a77-4408-8807-a22ae6ea5937" providerId="ADAL" clId="{EC685FD3-55F0-4666-8D70-D77B64B839B5}" dt="2026-09-24T04:33:30.100" v="13"/>
        <pc:sldMkLst>
          <pc:docMk/>
          <pc:sldMk cId="3032850136" sldId="273"/>
        </pc:sldMkLst>
        <pc:spChg chg="add del mod">
          <ac:chgData name="Yaw, Adam (yaw8714@vandals.uidaho.edu)" userId="c945cb4c-6a77-4408-8807-a22ae6ea5937" providerId="ADAL" clId="{EC685FD3-55F0-4666-8D70-D77B64B839B5}" dt="2026-09-24T04:30:44.249" v="12"/>
          <ac:spMkLst>
            <pc:docMk/>
            <pc:sldMk cId="3032850136" sldId="273"/>
            <ac:spMk id="4" creationId="{C7C29C4F-449A-826E-9143-3D86BBBDB9B9}"/>
          </ac:spMkLst>
        </pc:spChg>
        <pc:picChg chg="mod">
          <ac:chgData name="Yaw, Adam (yaw8714@vandals.uidaho.edu)" userId="c945cb4c-6a77-4408-8807-a22ae6ea5937" providerId="ADAL" clId="{EC685FD3-55F0-4666-8D70-D77B64B839B5}" dt="2026-09-24T04:33:30.100" v="13"/>
          <ac:picMkLst>
            <pc:docMk/>
            <pc:sldMk cId="3032850136" sldId="273"/>
            <ac:picMk id="6" creationId="{F9461AC2-FDF4-E614-47EE-B60080F0A103}"/>
          </ac:picMkLst>
        </pc:picChg>
      </pc:sldChg>
      <pc:sldChg chg="modSp">
        <pc:chgData name="Yaw, Adam (yaw8714@vandals.uidaho.edu)" userId="c945cb4c-6a77-4408-8807-a22ae6ea5937" providerId="ADAL" clId="{EC685FD3-55F0-4666-8D70-D77B64B839B5}" dt="2026-09-24T04:46:44.609" v="17"/>
        <pc:sldMkLst>
          <pc:docMk/>
          <pc:sldMk cId="2815495107" sldId="288"/>
        </pc:sldMkLst>
        <pc:spChg chg="mod">
          <ac:chgData name="Yaw, Adam (yaw8714@vandals.uidaho.edu)" userId="c945cb4c-6a77-4408-8807-a22ae6ea5937" providerId="ADAL" clId="{EC685FD3-55F0-4666-8D70-D77B64B839B5}" dt="2026-09-24T04:46:44.609" v="17"/>
          <ac:spMkLst>
            <pc:docMk/>
            <pc:sldMk cId="2815495107" sldId="288"/>
            <ac:spMk id="2" creationId="{F455D856-D35C-52DE-9D7C-EB0BCA22D9E0}"/>
          </ac:spMkLst>
        </pc:spChg>
      </pc:sldChg>
      <pc:sldChg chg="modSp">
        <pc:chgData name="Yaw, Adam (yaw8714@vandals.uidaho.edu)" userId="c945cb4c-6a77-4408-8807-a22ae6ea5937" providerId="ADAL" clId="{EC685FD3-55F0-4666-8D70-D77B64B839B5}" dt="2026-09-24T04:46:58.359" v="18"/>
        <pc:sldMkLst>
          <pc:docMk/>
          <pc:sldMk cId="2769610412" sldId="289"/>
        </pc:sldMkLst>
        <pc:spChg chg="mod">
          <ac:chgData name="Yaw, Adam (yaw8714@vandals.uidaho.edu)" userId="c945cb4c-6a77-4408-8807-a22ae6ea5937" providerId="ADAL" clId="{EC685FD3-55F0-4666-8D70-D77B64B839B5}" dt="2026-09-24T04:46:58.359" v="18"/>
          <ac:spMkLst>
            <pc:docMk/>
            <pc:sldMk cId="2769610412" sldId="289"/>
            <ac:spMk id="2" creationId="{87CA8624-9D11-22C0-4D5A-E0B2D1A3200B}"/>
          </ac:spMkLst>
        </pc:spChg>
      </pc:sldChg>
      <pc:sldChg chg="modSp">
        <pc:chgData name="Yaw, Adam (yaw8714@vandals.uidaho.edu)" userId="c945cb4c-6a77-4408-8807-a22ae6ea5937" providerId="ADAL" clId="{EC685FD3-55F0-4666-8D70-D77B64B839B5}" dt="2026-09-24T04:47:36.102" v="19"/>
        <pc:sldMkLst>
          <pc:docMk/>
          <pc:sldMk cId="453322118" sldId="290"/>
        </pc:sldMkLst>
        <pc:spChg chg="mod">
          <ac:chgData name="Yaw, Adam (yaw8714@vandals.uidaho.edu)" userId="c945cb4c-6a77-4408-8807-a22ae6ea5937" providerId="ADAL" clId="{EC685FD3-55F0-4666-8D70-D77B64B839B5}" dt="2026-09-24T04:47:36.102" v="19"/>
          <ac:spMkLst>
            <pc:docMk/>
            <pc:sldMk cId="453322118" sldId="290"/>
            <ac:spMk id="2" creationId="{8B383AF2-6550-65D7-8B75-312865951923}"/>
          </ac:spMkLst>
        </pc:spChg>
      </pc:sldChg>
      <pc:sldChg chg="addSp delSp modSp">
        <pc:chgData name="Yaw, Adam (yaw8714@vandals.uidaho.edu)" userId="c945cb4c-6a77-4408-8807-a22ae6ea5937" providerId="ADAL" clId="{EC685FD3-55F0-4666-8D70-D77B64B839B5}" dt="2026-09-24T04:50:23.615" v="21"/>
        <pc:sldMkLst>
          <pc:docMk/>
          <pc:sldMk cId="1858456976" sldId="293"/>
        </pc:sldMkLst>
        <pc:spChg chg="add del mod">
          <ac:chgData name="Yaw, Adam (yaw8714@vandals.uidaho.edu)" userId="c945cb4c-6a77-4408-8807-a22ae6ea5937" providerId="ADAL" clId="{EC685FD3-55F0-4666-8D70-D77B64B839B5}" dt="2026-09-24T04:50:23.615" v="21"/>
          <ac:spMkLst>
            <pc:docMk/>
            <pc:sldMk cId="1858456976" sldId="293"/>
            <ac:spMk id="3" creationId="{557D0A93-D76A-589E-971A-657FF4F6343A}"/>
          </ac:spMkLst>
        </pc:spChg>
      </pc:sldChg>
      <pc:sldMasterChg chg="modSldLayout">
        <pc:chgData name="Yaw, Adam (yaw8714@vandals.uidaho.edu)" userId="c945cb4c-6a77-4408-8807-a22ae6ea5937" providerId="ADAL" clId="{EC685FD3-55F0-4666-8D70-D77B64B839B5}" dt="2026-09-24T02:17:22.643" v="1"/>
        <pc:sldMasterMkLst>
          <pc:docMk/>
          <pc:sldMasterMk cId="1875087780" sldId="2147483672"/>
        </pc:sldMasterMkLst>
        <pc:sldLayoutChg chg="modSp">
          <pc:chgData name="Yaw, Adam (yaw8714@vandals.uidaho.edu)" userId="c945cb4c-6a77-4408-8807-a22ae6ea5937" providerId="ADAL" clId="{EC685FD3-55F0-4666-8D70-D77B64B839B5}" dt="2026-09-24T02:17:22.643" v="1"/>
          <pc:sldLayoutMkLst>
            <pc:docMk/>
            <pc:sldMasterMk cId="1875087780" sldId="2147483672"/>
            <pc:sldLayoutMk cId="2250643819" sldId="2147483700"/>
          </pc:sldLayoutMkLst>
          <pc:spChg chg="mod">
            <ac:chgData name="Yaw, Adam (yaw8714@vandals.uidaho.edu)" userId="c945cb4c-6a77-4408-8807-a22ae6ea5937" providerId="ADAL" clId="{EC685FD3-55F0-4666-8D70-D77B64B839B5}" dt="2026-09-24T02:17:22.643" v="1"/>
            <ac:spMkLst>
              <pc:docMk/>
              <pc:sldMasterMk cId="1875087780" sldId="2147483672"/>
              <pc:sldLayoutMk cId="2250643819" sldId="2147483700"/>
              <ac:spMk id="5" creationId="{5B407A58-3351-E479-1A0C-2FF49FA42707}"/>
            </ac:spMkLst>
          </pc:spChg>
        </pc:sldLayoutChg>
      </pc:sldMasterChg>
    </pc:docChg>
  </pc:docChgLst>
  <pc:docChgLst>
    <pc:chgData name="Requa, Wyatt (requ9446@vandals.uidaho.edu)" userId="S::requ9446@vandals.uidaho.edu::fc83f493-d71b-4de7-af0a-fc60f00e4a94" providerId="AD" clId="Web-{2DA459E7-79C3-E7B0-00E8-1D2C5F18A074}"/>
    <pc:docChg chg="mod addSld modSld addMainMaster delMainMaster">
      <pc:chgData name="Requa, Wyatt (requ9446@vandals.uidaho.edu)" userId="S::requ9446@vandals.uidaho.edu::fc83f493-d71b-4de7-af0a-fc60f00e4a94" providerId="AD" clId="Web-{2DA459E7-79C3-E7B0-00E8-1D2C5F18A074}" dt="2026-09-24T04:00:47.774" v="97" actId="20577"/>
      <pc:docMkLst>
        <pc:docMk/>
      </pc:docMkLst>
      <pc:sldChg chg="modSp mod modClrScheme chgLayout">
        <pc:chgData name="Requa, Wyatt (requ9446@vandals.uidaho.edu)" userId="S::requ9446@vandals.uidaho.edu::fc83f493-d71b-4de7-af0a-fc60f00e4a94" providerId="AD" clId="Web-{2DA459E7-79C3-E7B0-00E8-1D2C5F18A074}" dt="2026-09-24T02:14:07.189" v="0"/>
        <pc:sldMkLst>
          <pc:docMk/>
          <pc:sldMk cId="1050624366" sldId="256"/>
        </pc:sldMkLst>
        <pc:spChg chg="mod ord">
          <ac:chgData name="Requa, Wyatt (requ9446@vandals.uidaho.edu)" userId="S::requ9446@vandals.uidaho.edu::fc83f493-d71b-4de7-af0a-fc60f00e4a94" providerId="AD" clId="Web-{2DA459E7-79C3-E7B0-00E8-1D2C5F18A074}" dt="2026-09-24T02:14:07.189" v="0"/>
          <ac:spMkLst>
            <pc:docMk/>
            <pc:sldMk cId="1050624366" sldId="256"/>
            <ac:spMk id="2" creationId="{DAD50618-44B9-B5DF-8183-1556F237DF50}"/>
          </ac:spMkLst>
        </pc:spChg>
        <pc:spChg chg="mod ord">
          <ac:chgData name="Requa, Wyatt (requ9446@vandals.uidaho.edu)" userId="S::requ9446@vandals.uidaho.edu::fc83f493-d71b-4de7-af0a-fc60f00e4a94" providerId="AD" clId="Web-{2DA459E7-79C3-E7B0-00E8-1D2C5F18A074}" dt="2026-09-24T02:14:07.189" v="0"/>
          <ac:spMkLst>
            <pc:docMk/>
            <pc:sldMk cId="1050624366" sldId="256"/>
            <ac:spMk id="3" creationId="{8877017B-6937-4593-DAA2-9EE7E14A7485}"/>
          </ac:spMkLst>
        </pc:spChg>
      </pc:sldChg>
      <pc:sldChg chg="modSp mod modClrScheme chgLayout">
        <pc:chgData name="Requa, Wyatt (requ9446@vandals.uidaho.edu)" userId="S::requ9446@vandals.uidaho.edu::fc83f493-d71b-4de7-af0a-fc60f00e4a94" providerId="AD" clId="Web-{2DA459E7-79C3-E7B0-00E8-1D2C5F18A074}" dt="2026-09-24T02:14:07.189" v="0"/>
        <pc:sldMkLst>
          <pc:docMk/>
          <pc:sldMk cId="879667945" sldId="257"/>
        </pc:sldMkLst>
        <pc:spChg chg="mod ord">
          <ac:chgData name="Requa, Wyatt (requ9446@vandals.uidaho.edu)" userId="S::requ9446@vandals.uidaho.edu::fc83f493-d71b-4de7-af0a-fc60f00e4a94" providerId="AD" clId="Web-{2DA459E7-79C3-E7B0-00E8-1D2C5F18A074}" dt="2026-09-24T02:14:07.189" v="0"/>
          <ac:spMkLst>
            <pc:docMk/>
            <pc:sldMk cId="879667945" sldId="257"/>
            <ac:spMk id="2" creationId="{6610F76F-2CFC-3D8A-C3DC-B529831942E9}"/>
          </ac:spMkLst>
        </pc:spChg>
        <pc:spChg chg="mod ord">
          <ac:chgData name="Requa, Wyatt (requ9446@vandals.uidaho.edu)" userId="S::requ9446@vandals.uidaho.edu::fc83f493-d71b-4de7-af0a-fc60f00e4a94" providerId="AD" clId="Web-{2DA459E7-79C3-E7B0-00E8-1D2C5F18A074}" dt="2026-09-24T02:14:07.189" v="0"/>
          <ac:spMkLst>
            <pc:docMk/>
            <pc:sldMk cId="879667945" sldId="257"/>
            <ac:spMk id="3" creationId="{94C1BBB2-2EB5-94E8-F991-338FCBF3081B}"/>
          </ac:spMkLst>
        </pc:spChg>
      </pc:sldChg>
      <pc:sldChg chg="modSp mod modClrScheme chgLayout">
        <pc:chgData name="Requa, Wyatt (requ9446@vandals.uidaho.edu)" userId="S::requ9446@vandals.uidaho.edu::fc83f493-d71b-4de7-af0a-fc60f00e4a94" providerId="AD" clId="Web-{2DA459E7-79C3-E7B0-00E8-1D2C5F18A074}" dt="2026-09-24T02:14:07.189" v="0"/>
        <pc:sldMkLst>
          <pc:docMk/>
          <pc:sldMk cId="3243005052" sldId="259"/>
        </pc:sldMkLst>
        <pc:spChg chg="mod ord">
          <ac:chgData name="Requa, Wyatt (requ9446@vandals.uidaho.edu)" userId="S::requ9446@vandals.uidaho.edu::fc83f493-d71b-4de7-af0a-fc60f00e4a94" providerId="AD" clId="Web-{2DA459E7-79C3-E7B0-00E8-1D2C5F18A074}" dt="2026-09-24T02:14:07.189" v="0"/>
          <ac:spMkLst>
            <pc:docMk/>
            <pc:sldMk cId="3243005052" sldId="259"/>
            <ac:spMk id="2" creationId="{E7673B88-4E05-5F32-72FB-584F6CBC8043}"/>
          </ac:spMkLst>
        </pc:spChg>
        <pc:spChg chg="mod ord">
          <ac:chgData name="Requa, Wyatt (requ9446@vandals.uidaho.edu)" userId="S::requ9446@vandals.uidaho.edu::fc83f493-d71b-4de7-af0a-fc60f00e4a94" providerId="AD" clId="Web-{2DA459E7-79C3-E7B0-00E8-1D2C5F18A074}" dt="2026-09-24T02:14:07.189" v="0"/>
          <ac:spMkLst>
            <pc:docMk/>
            <pc:sldMk cId="3243005052" sldId="259"/>
            <ac:spMk id="3" creationId="{0CD06D0B-9AEB-0BA3-70FC-A01CC130EDF8}"/>
          </ac:spMkLst>
        </pc:spChg>
      </pc:sldChg>
      <pc:sldChg chg="modSp mod modClrScheme chgLayout">
        <pc:chgData name="Requa, Wyatt (requ9446@vandals.uidaho.edu)" userId="S::requ9446@vandals.uidaho.edu::fc83f493-d71b-4de7-af0a-fc60f00e4a94" providerId="AD" clId="Web-{2DA459E7-79C3-E7B0-00E8-1D2C5F18A074}" dt="2026-09-24T02:14:07.189" v="0"/>
        <pc:sldMkLst>
          <pc:docMk/>
          <pc:sldMk cId="224511772" sldId="260"/>
        </pc:sldMkLst>
        <pc:spChg chg="mod ord">
          <ac:chgData name="Requa, Wyatt (requ9446@vandals.uidaho.edu)" userId="S::requ9446@vandals.uidaho.edu::fc83f493-d71b-4de7-af0a-fc60f00e4a94" providerId="AD" clId="Web-{2DA459E7-79C3-E7B0-00E8-1D2C5F18A074}" dt="2026-09-24T02:14:07.189" v="0"/>
          <ac:spMkLst>
            <pc:docMk/>
            <pc:sldMk cId="224511772" sldId="260"/>
            <ac:spMk id="2" creationId="{F99CDA48-59C8-121C-0B86-FB8FB5D7A748}"/>
          </ac:spMkLst>
        </pc:spChg>
      </pc:sldChg>
      <pc:sldChg chg="modSp mod modClrScheme chgLayout">
        <pc:chgData name="Requa, Wyatt (requ9446@vandals.uidaho.edu)" userId="S::requ9446@vandals.uidaho.edu::fc83f493-d71b-4de7-af0a-fc60f00e4a94" providerId="AD" clId="Web-{2DA459E7-79C3-E7B0-00E8-1D2C5F18A074}" dt="2026-09-24T02:14:07.189" v="0"/>
        <pc:sldMkLst>
          <pc:docMk/>
          <pc:sldMk cId="3057271592" sldId="261"/>
        </pc:sldMkLst>
        <pc:spChg chg="mod ord">
          <ac:chgData name="Requa, Wyatt (requ9446@vandals.uidaho.edu)" userId="S::requ9446@vandals.uidaho.edu::fc83f493-d71b-4de7-af0a-fc60f00e4a94" providerId="AD" clId="Web-{2DA459E7-79C3-E7B0-00E8-1D2C5F18A074}" dt="2026-09-24T02:14:07.189" v="0"/>
          <ac:spMkLst>
            <pc:docMk/>
            <pc:sldMk cId="3057271592" sldId="261"/>
            <ac:spMk id="2" creationId="{445EDBC3-A0EB-A7A9-203D-FEEB96BA2738}"/>
          </ac:spMkLst>
        </pc:spChg>
      </pc:sldChg>
      <pc:sldChg chg="modSp mod modClrScheme chgLayout">
        <pc:chgData name="Requa, Wyatt (requ9446@vandals.uidaho.edu)" userId="S::requ9446@vandals.uidaho.edu::fc83f493-d71b-4de7-af0a-fc60f00e4a94" providerId="AD" clId="Web-{2DA459E7-79C3-E7B0-00E8-1D2C5F18A074}" dt="2026-09-24T02:14:07.189" v="0"/>
        <pc:sldMkLst>
          <pc:docMk/>
          <pc:sldMk cId="2316863475" sldId="262"/>
        </pc:sldMkLst>
        <pc:spChg chg="mod ord">
          <ac:chgData name="Requa, Wyatt (requ9446@vandals.uidaho.edu)" userId="S::requ9446@vandals.uidaho.edu::fc83f493-d71b-4de7-af0a-fc60f00e4a94" providerId="AD" clId="Web-{2DA459E7-79C3-E7B0-00E8-1D2C5F18A074}" dt="2026-09-24T02:14:07.189" v="0"/>
          <ac:spMkLst>
            <pc:docMk/>
            <pc:sldMk cId="2316863475" sldId="262"/>
            <ac:spMk id="2" creationId="{F7DF0F18-851F-ACF8-41FF-05A6BB43A34B}"/>
          </ac:spMkLst>
        </pc:spChg>
        <pc:spChg chg="mod ord">
          <ac:chgData name="Requa, Wyatt (requ9446@vandals.uidaho.edu)" userId="S::requ9446@vandals.uidaho.edu::fc83f493-d71b-4de7-af0a-fc60f00e4a94" providerId="AD" clId="Web-{2DA459E7-79C3-E7B0-00E8-1D2C5F18A074}" dt="2026-09-24T02:14:07.189" v="0"/>
          <ac:spMkLst>
            <pc:docMk/>
            <pc:sldMk cId="2316863475" sldId="262"/>
            <ac:spMk id="3" creationId="{DEF03C7E-CF89-06BB-6DF1-19221680BD03}"/>
          </ac:spMkLst>
        </pc:spChg>
      </pc:sldChg>
      <pc:sldChg chg="modSp mod modClrScheme chgLayout">
        <pc:chgData name="Requa, Wyatt (requ9446@vandals.uidaho.edu)" userId="S::requ9446@vandals.uidaho.edu::fc83f493-d71b-4de7-af0a-fc60f00e4a94" providerId="AD" clId="Web-{2DA459E7-79C3-E7B0-00E8-1D2C5F18A074}" dt="2026-09-24T02:14:07.189" v="0"/>
        <pc:sldMkLst>
          <pc:docMk/>
          <pc:sldMk cId="3924923796" sldId="263"/>
        </pc:sldMkLst>
        <pc:spChg chg="mod ord">
          <ac:chgData name="Requa, Wyatt (requ9446@vandals.uidaho.edu)" userId="S::requ9446@vandals.uidaho.edu::fc83f493-d71b-4de7-af0a-fc60f00e4a94" providerId="AD" clId="Web-{2DA459E7-79C3-E7B0-00E8-1D2C5F18A074}" dt="2026-09-24T02:14:07.189" v="0"/>
          <ac:spMkLst>
            <pc:docMk/>
            <pc:sldMk cId="3924923796" sldId="263"/>
            <ac:spMk id="2" creationId="{11A6928F-BD51-E1F7-45C0-EFD3768E7A98}"/>
          </ac:spMkLst>
        </pc:spChg>
        <pc:spChg chg="mod ord">
          <ac:chgData name="Requa, Wyatt (requ9446@vandals.uidaho.edu)" userId="S::requ9446@vandals.uidaho.edu::fc83f493-d71b-4de7-af0a-fc60f00e4a94" providerId="AD" clId="Web-{2DA459E7-79C3-E7B0-00E8-1D2C5F18A074}" dt="2026-09-24T02:14:07.189" v="0"/>
          <ac:spMkLst>
            <pc:docMk/>
            <pc:sldMk cId="3924923796" sldId="263"/>
            <ac:spMk id="3" creationId="{070B9B5B-2826-9DF2-DF2F-458B7E4CE901}"/>
          </ac:spMkLst>
        </pc:spChg>
      </pc:sldChg>
      <pc:sldChg chg="modSp mod modClrScheme chgLayout">
        <pc:chgData name="Requa, Wyatt (requ9446@vandals.uidaho.edu)" userId="S::requ9446@vandals.uidaho.edu::fc83f493-d71b-4de7-af0a-fc60f00e4a94" providerId="AD" clId="Web-{2DA459E7-79C3-E7B0-00E8-1D2C5F18A074}" dt="2026-09-24T02:14:07.189" v="0"/>
        <pc:sldMkLst>
          <pc:docMk/>
          <pc:sldMk cId="1053324725" sldId="264"/>
        </pc:sldMkLst>
        <pc:spChg chg="mod ord">
          <ac:chgData name="Requa, Wyatt (requ9446@vandals.uidaho.edu)" userId="S::requ9446@vandals.uidaho.edu::fc83f493-d71b-4de7-af0a-fc60f00e4a94" providerId="AD" clId="Web-{2DA459E7-79C3-E7B0-00E8-1D2C5F18A074}" dt="2026-09-24T02:14:07.189" v="0"/>
          <ac:spMkLst>
            <pc:docMk/>
            <pc:sldMk cId="1053324725" sldId="264"/>
            <ac:spMk id="2" creationId="{1F144EB0-8319-4003-AFE7-7310FCCD55B5}"/>
          </ac:spMkLst>
        </pc:spChg>
        <pc:spChg chg="mod ord">
          <ac:chgData name="Requa, Wyatt (requ9446@vandals.uidaho.edu)" userId="S::requ9446@vandals.uidaho.edu::fc83f493-d71b-4de7-af0a-fc60f00e4a94" providerId="AD" clId="Web-{2DA459E7-79C3-E7B0-00E8-1D2C5F18A074}" dt="2026-09-24T02:14:07.189" v="0"/>
          <ac:spMkLst>
            <pc:docMk/>
            <pc:sldMk cId="1053324725" sldId="264"/>
            <ac:spMk id="3" creationId="{A1C95421-F71A-B30D-9DCD-34BCF87062B2}"/>
          </ac:spMkLst>
        </pc:spChg>
      </pc:sldChg>
      <pc:sldChg chg="modSp mod modClrScheme chgLayout">
        <pc:chgData name="Requa, Wyatt (requ9446@vandals.uidaho.edu)" userId="S::requ9446@vandals.uidaho.edu::fc83f493-d71b-4de7-af0a-fc60f00e4a94" providerId="AD" clId="Web-{2DA459E7-79C3-E7B0-00E8-1D2C5F18A074}" dt="2026-09-24T02:14:07.189" v="0"/>
        <pc:sldMkLst>
          <pc:docMk/>
          <pc:sldMk cId="3297678550" sldId="265"/>
        </pc:sldMkLst>
        <pc:spChg chg="mod ord">
          <ac:chgData name="Requa, Wyatt (requ9446@vandals.uidaho.edu)" userId="S::requ9446@vandals.uidaho.edu::fc83f493-d71b-4de7-af0a-fc60f00e4a94" providerId="AD" clId="Web-{2DA459E7-79C3-E7B0-00E8-1D2C5F18A074}" dt="2026-09-24T02:14:07.189" v="0"/>
          <ac:spMkLst>
            <pc:docMk/>
            <pc:sldMk cId="3297678550" sldId="265"/>
            <ac:spMk id="2" creationId="{1DCB31BE-A8DE-64C8-1083-5DDBF17E999C}"/>
          </ac:spMkLst>
        </pc:spChg>
        <pc:spChg chg="mod ord">
          <ac:chgData name="Requa, Wyatt (requ9446@vandals.uidaho.edu)" userId="S::requ9446@vandals.uidaho.edu::fc83f493-d71b-4de7-af0a-fc60f00e4a94" providerId="AD" clId="Web-{2DA459E7-79C3-E7B0-00E8-1D2C5F18A074}" dt="2026-09-24T02:14:07.189" v="0"/>
          <ac:spMkLst>
            <pc:docMk/>
            <pc:sldMk cId="3297678550" sldId="265"/>
            <ac:spMk id="3" creationId="{FEA65564-E529-086D-8236-D0C4FC02FEBE}"/>
          </ac:spMkLst>
        </pc:spChg>
      </pc:sldChg>
      <pc:sldChg chg="modSp mod modClrScheme chgLayout">
        <pc:chgData name="Requa, Wyatt (requ9446@vandals.uidaho.edu)" userId="S::requ9446@vandals.uidaho.edu::fc83f493-d71b-4de7-af0a-fc60f00e4a94" providerId="AD" clId="Web-{2DA459E7-79C3-E7B0-00E8-1D2C5F18A074}" dt="2026-09-24T02:14:07.189" v="0"/>
        <pc:sldMkLst>
          <pc:docMk/>
          <pc:sldMk cId="2969398236" sldId="266"/>
        </pc:sldMkLst>
        <pc:spChg chg="mod ord">
          <ac:chgData name="Requa, Wyatt (requ9446@vandals.uidaho.edu)" userId="S::requ9446@vandals.uidaho.edu::fc83f493-d71b-4de7-af0a-fc60f00e4a94" providerId="AD" clId="Web-{2DA459E7-79C3-E7B0-00E8-1D2C5F18A074}" dt="2026-09-24T02:14:07.189" v="0"/>
          <ac:spMkLst>
            <pc:docMk/>
            <pc:sldMk cId="2969398236" sldId="266"/>
            <ac:spMk id="2" creationId="{5DE9DA4B-50AA-6B8E-2BAC-36B42D2146F1}"/>
          </ac:spMkLst>
        </pc:spChg>
      </pc:sldChg>
      <pc:sldChg chg="modSp mod modClrScheme chgLayout">
        <pc:chgData name="Requa, Wyatt (requ9446@vandals.uidaho.edu)" userId="S::requ9446@vandals.uidaho.edu::fc83f493-d71b-4de7-af0a-fc60f00e4a94" providerId="AD" clId="Web-{2DA459E7-79C3-E7B0-00E8-1D2C5F18A074}" dt="2026-09-24T02:21:19.070" v="28" actId="20577"/>
        <pc:sldMkLst>
          <pc:docMk/>
          <pc:sldMk cId="2632465912" sldId="267"/>
        </pc:sldMkLst>
        <pc:spChg chg="mod ord">
          <ac:chgData name="Requa, Wyatt (requ9446@vandals.uidaho.edu)" userId="S::requ9446@vandals.uidaho.edu::fc83f493-d71b-4de7-af0a-fc60f00e4a94" providerId="AD" clId="Web-{2DA459E7-79C3-E7B0-00E8-1D2C5F18A074}" dt="2026-09-24T02:21:19.070" v="28" actId="20577"/>
          <ac:spMkLst>
            <pc:docMk/>
            <pc:sldMk cId="2632465912" sldId="267"/>
            <ac:spMk id="2" creationId="{34D9FDEA-5052-5453-5A48-2FAD2D4B8B19}"/>
          </ac:spMkLst>
        </pc:spChg>
        <pc:spChg chg="mod ord">
          <ac:chgData name="Requa, Wyatt (requ9446@vandals.uidaho.edu)" userId="S::requ9446@vandals.uidaho.edu::fc83f493-d71b-4de7-af0a-fc60f00e4a94" providerId="AD" clId="Web-{2DA459E7-79C3-E7B0-00E8-1D2C5F18A074}" dt="2026-09-24T02:14:07.189" v="0"/>
          <ac:spMkLst>
            <pc:docMk/>
            <pc:sldMk cId="2632465912" sldId="267"/>
            <ac:spMk id="3" creationId="{81D6A6BE-7891-B9EC-1142-86CD32237ADE}"/>
          </ac:spMkLst>
        </pc:spChg>
      </pc:sldChg>
      <pc:sldChg chg="modSp new">
        <pc:chgData name="Requa, Wyatt (requ9446@vandals.uidaho.edu)" userId="S::requ9446@vandals.uidaho.edu::fc83f493-d71b-4de7-af0a-fc60f00e4a94" providerId="AD" clId="Web-{2DA459E7-79C3-E7B0-00E8-1D2C5F18A074}" dt="2026-09-24T02:21:59.742" v="52" actId="20577"/>
        <pc:sldMkLst>
          <pc:docMk/>
          <pc:sldMk cId="2930499086" sldId="268"/>
        </pc:sldMkLst>
        <pc:spChg chg="mod">
          <ac:chgData name="Requa, Wyatt (requ9446@vandals.uidaho.edu)" userId="S::requ9446@vandals.uidaho.edu::fc83f493-d71b-4de7-af0a-fc60f00e4a94" providerId="AD" clId="Web-{2DA459E7-79C3-E7B0-00E8-1D2C5F18A074}" dt="2026-09-24T02:21:59.742" v="52" actId="20577"/>
          <ac:spMkLst>
            <pc:docMk/>
            <pc:sldMk cId="2930499086" sldId="268"/>
            <ac:spMk id="2" creationId="{C375EDD3-2918-B086-6A70-84E190DCEA29}"/>
          </ac:spMkLst>
        </pc:spChg>
      </pc:sldChg>
      <pc:sldChg chg="modSp">
        <pc:chgData name="Requa, Wyatt (requ9446@vandals.uidaho.edu)" userId="S::requ9446@vandals.uidaho.edu::fc83f493-d71b-4de7-af0a-fc60f00e4a94" providerId="AD" clId="Web-{2DA459E7-79C3-E7B0-00E8-1D2C5F18A074}" dt="2026-09-24T04:00:47.774" v="97" actId="20577"/>
        <pc:sldMkLst>
          <pc:docMk/>
          <pc:sldMk cId="4174012197" sldId="274"/>
        </pc:sldMkLst>
        <pc:spChg chg="mod">
          <ac:chgData name="Requa, Wyatt (requ9446@vandals.uidaho.edu)" userId="S::requ9446@vandals.uidaho.edu::fc83f493-d71b-4de7-af0a-fc60f00e4a94" providerId="AD" clId="Web-{2DA459E7-79C3-E7B0-00E8-1D2C5F18A074}" dt="2026-09-24T04:00:47.774" v="97" actId="20577"/>
          <ac:spMkLst>
            <pc:docMk/>
            <pc:sldMk cId="4174012197" sldId="274"/>
            <ac:spMk id="3" creationId="{620E808B-5EF6-6EB8-2C9A-45E9189FB321}"/>
          </ac:spMkLst>
        </pc:spChg>
      </pc:sldChg>
      <pc:sldMasterChg chg="del delSldLayout">
        <pc:chgData name="Requa, Wyatt (requ9446@vandals.uidaho.edu)" userId="S::requ9446@vandals.uidaho.edu::fc83f493-d71b-4de7-af0a-fc60f00e4a94" providerId="AD" clId="Web-{2DA459E7-79C3-E7B0-00E8-1D2C5F18A074}" dt="2026-09-24T02:14:07.189" v="0"/>
        <pc:sldMasterMkLst>
          <pc:docMk/>
          <pc:sldMasterMk cId="3537599267" sldId="2147483648"/>
        </pc:sldMasterMkLst>
        <pc:sldLayoutChg chg="del">
          <pc:chgData name="Requa, Wyatt (requ9446@vandals.uidaho.edu)" userId="S::requ9446@vandals.uidaho.edu::fc83f493-d71b-4de7-af0a-fc60f00e4a94" providerId="AD" clId="Web-{2DA459E7-79C3-E7B0-00E8-1D2C5F18A074}" dt="2026-09-24T02:14:07.189" v="0"/>
          <pc:sldLayoutMkLst>
            <pc:docMk/>
            <pc:sldMasterMk cId="3537599267" sldId="2147483648"/>
            <pc:sldLayoutMk cId="2708923203" sldId="2147483649"/>
          </pc:sldLayoutMkLst>
        </pc:sldLayoutChg>
        <pc:sldLayoutChg chg="del">
          <pc:chgData name="Requa, Wyatt (requ9446@vandals.uidaho.edu)" userId="S::requ9446@vandals.uidaho.edu::fc83f493-d71b-4de7-af0a-fc60f00e4a94" providerId="AD" clId="Web-{2DA459E7-79C3-E7B0-00E8-1D2C5F18A074}" dt="2026-09-24T02:14:07.189" v="0"/>
          <pc:sldLayoutMkLst>
            <pc:docMk/>
            <pc:sldMasterMk cId="3537599267" sldId="2147483648"/>
            <pc:sldLayoutMk cId="3861154136" sldId="2147483650"/>
          </pc:sldLayoutMkLst>
        </pc:sldLayoutChg>
        <pc:sldLayoutChg chg="del">
          <pc:chgData name="Requa, Wyatt (requ9446@vandals.uidaho.edu)" userId="S::requ9446@vandals.uidaho.edu::fc83f493-d71b-4de7-af0a-fc60f00e4a94" providerId="AD" clId="Web-{2DA459E7-79C3-E7B0-00E8-1D2C5F18A074}" dt="2026-09-24T02:14:07.189" v="0"/>
          <pc:sldLayoutMkLst>
            <pc:docMk/>
            <pc:sldMasterMk cId="3537599267" sldId="2147483648"/>
            <pc:sldLayoutMk cId="2290118189" sldId="2147483651"/>
          </pc:sldLayoutMkLst>
        </pc:sldLayoutChg>
        <pc:sldLayoutChg chg="del">
          <pc:chgData name="Requa, Wyatt (requ9446@vandals.uidaho.edu)" userId="S::requ9446@vandals.uidaho.edu::fc83f493-d71b-4de7-af0a-fc60f00e4a94" providerId="AD" clId="Web-{2DA459E7-79C3-E7B0-00E8-1D2C5F18A074}" dt="2026-09-24T02:14:07.189" v="0"/>
          <pc:sldLayoutMkLst>
            <pc:docMk/>
            <pc:sldMasterMk cId="3537599267" sldId="2147483648"/>
            <pc:sldLayoutMk cId="414796970" sldId="2147483652"/>
          </pc:sldLayoutMkLst>
        </pc:sldLayoutChg>
        <pc:sldLayoutChg chg="del">
          <pc:chgData name="Requa, Wyatt (requ9446@vandals.uidaho.edu)" userId="S::requ9446@vandals.uidaho.edu::fc83f493-d71b-4de7-af0a-fc60f00e4a94" providerId="AD" clId="Web-{2DA459E7-79C3-E7B0-00E8-1D2C5F18A074}" dt="2026-09-24T02:14:07.189" v="0"/>
          <pc:sldLayoutMkLst>
            <pc:docMk/>
            <pc:sldMasterMk cId="3537599267" sldId="2147483648"/>
            <pc:sldLayoutMk cId="1684067153" sldId="2147483653"/>
          </pc:sldLayoutMkLst>
        </pc:sldLayoutChg>
        <pc:sldLayoutChg chg="del">
          <pc:chgData name="Requa, Wyatt (requ9446@vandals.uidaho.edu)" userId="S::requ9446@vandals.uidaho.edu::fc83f493-d71b-4de7-af0a-fc60f00e4a94" providerId="AD" clId="Web-{2DA459E7-79C3-E7B0-00E8-1D2C5F18A074}" dt="2026-09-24T02:14:07.189" v="0"/>
          <pc:sldLayoutMkLst>
            <pc:docMk/>
            <pc:sldMasterMk cId="3537599267" sldId="2147483648"/>
            <pc:sldLayoutMk cId="3089956478" sldId="2147483654"/>
          </pc:sldLayoutMkLst>
        </pc:sldLayoutChg>
        <pc:sldLayoutChg chg="del">
          <pc:chgData name="Requa, Wyatt (requ9446@vandals.uidaho.edu)" userId="S::requ9446@vandals.uidaho.edu::fc83f493-d71b-4de7-af0a-fc60f00e4a94" providerId="AD" clId="Web-{2DA459E7-79C3-E7B0-00E8-1D2C5F18A074}" dt="2026-09-24T02:14:07.189" v="0"/>
          <pc:sldLayoutMkLst>
            <pc:docMk/>
            <pc:sldMasterMk cId="3537599267" sldId="2147483648"/>
            <pc:sldLayoutMk cId="2640695360" sldId="2147483655"/>
          </pc:sldLayoutMkLst>
        </pc:sldLayoutChg>
        <pc:sldLayoutChg chg="del">
          <pc:chgData name="Requa, Wyatt (requ9446@vandals.uidaho.edu)" userId="S::requ9446@vandals.uidaho.edu::fc83f493-d71b-4de7-af0a-fc60f00e4a94" providerId="AD" clId="Web-{2DA459E7-79C3-E7B0-00E8-1D2C5F18A074}" dt="2026-09-24T02:14:07.189" v="0"/>
          <pc:sldLayoutMkLst>
            <pc:docMk/>
            <pc:sldMasterMk cId="3537599267" sldId="2147483648"/>
            <pc:sldLayoutMk cId="2665981878" sldId="2147483656"/>
          </pc:sldLayoutMkLst>
        </pc:sldLayoutChg>
        <pc:sldLayoutChg chg="del">
          <pc:chgData name="Requa, Wyatt (requ9446@vandals.uidaho.edu)" userId="S::requ9446@vandals.uidaho.edu::fc83f493-d71b-4de7-af0a-fc60f00e4a94" providerId="AD" clId="Web-{2DA459E7-79C3-E7B0-00E8-1D2C5F18A074}" dt="2026-09-24T02:14:07.189" v="0"/>
          <pc:sldLayoutMkLst>
            <pc:docMk/>
            <pc:sldMasterMk cId="3537599267" sldId="2147483648"/>
            <pc:sldLayoutMk cId="2185762090" sldId="2147483657"/>
          </pc:sldLayoutMkLst>
        </pc:sldLayoutChg>
        <pc:sldLayoutChg chg="del">
          <pc:chgData name="Requa, Wyatt (requ9446@vandals.uidaho.edu)" userId="S::requ9446@vandals.uidaho.edu::fc83f493-d71b-4de7-af0a-fc60f00e4a94" providerId="AD" clId="Web-{2DA459E7-79C3-E7B0-00E8-1D2C5F18A074}" dt="2026-09-24T02:14:07.189" v="0"/>
          <pc:sldLayoutMkLst>
            <pc:docMk/>
            <pc:sldMasterMk cId="3537599267" sldId="2147483648"/>
            <pc:sldLayoutMk cId="85021777" sldId="2147483658"/>
          </pc:sldLayoutMkLst>
        </pc:sldLayoutChg>
        <pc:sldLayoutChg chg="del">
          <pc:chgData name="Requa, Wyatt (requ9446@vandals.uidaho.edu)" userId="S::requ9446@vandals.uidaho.edu::fc83f493-d71b-4de7-af0a-fc60f00e4a94" providerId="AD" clId="Web-{2DA459E7-79C3-E7B0-00E8-1D2C5F18A074}" dt="2026-09-24T02:14:07.189" v="0"/>
          <pc:sldLayoutMkLst>
            <pc:docMk/>
            <pc:sldMasterMk cId="3537599267" sldId="2147483648"/>
            <pc:sldLayoutMk cId="3626792231" sldId="2147483659"/>
          </pc:sldLayoutMkLst>
        </pc:sldLayoutChg>
      </pc:sldMasterChg>
      <pc:sldMasterChg chg="add addSldLayout modSldLayout">
        <pc:chgData name="Requa, Wyatt (requ9446@vandals.uidaho.edu)" userId="S::requ9446@vandals.uidaho.edu::fc83f493-d71b-4de7-af0a-fc60f00e4a94" providerId="AD" clId="Web-{2DA459E7-79C3-E7B0-00E8-1D2C5F18A074}" dt="2026-09-24T02:14:07.189" v="0"/>
        <pc:sldMasterMkLst>
          <pc:docMk/>
          <pc:sldMasterMk cId="3547493813" sldId="2147483660"/>
        </pc:sldMasterMkLst>
        <pc:sldLayoutChg chg="add mod replId">
          <pc:chgData name="Requa, Wyatt (requ9446@vandals.uidaho.edu)" userId="S::requ9446@vandals.uidaho.edu::fc83f493-d71b-4de7-af0a-fc60f00e4a94" providerId="AD" clId="Web-{2DA459E7-79C3-E7B0-00E8-1D2C5F18A074}" dt="2026-09-24T02:14:07.189" v="0"/>
          <pc:sldLayoutMkLst>
            <pc:docMk/>
            <pc:sldMasterMk cId="3547493813" sldId="2147483660"/>
            <pc:sldLayoutMk cId="1061524845" sldId="2147483661"/>
          </pc:sldLayoutMkLst>
        </pc:sldLayoutChg>
        <pc:sldLayoutChg chg="add mod replId">
          <pc:chgData name="Requa, Wyatt (requ9446@vandals.uidaho.edu)" userId="S::requ9446@vandals.uidaho.edu::fc83f493-d71b-4de7-af0a-fc60f00e4a94" providerId="AD" clId="Web-{2DA459E7-79C3-E7B0-00E8-1D2C5F18A074}" dt="2026-09-24T02:14:07.189" v="0"/>
          <pc:sldLayoutMkLst>
            <pc:docMk/>
            <pc:sldMasterMk cId="3547493813" sldId="2147483660"/>
            <pc:sldLayoutMk cId="2142234081" sldId="2147483662"/>
          </pc:sldLayoutMkLst>
        </pc:sldLayoutChg>
        <pc:sldLayoutChg chg="add mod replId">
          <pc:chgData name="Requa, Wyatt (requ9446@vandals.uidaho.edu)" userId="S::requ9446@vandals.uidaho.edu::fc83f493-d71b-4de7-af0a-fc60f00e4a94" providerId="AD" clId="Web-{2DA459E7-79C3-E7B0-00E8-1D2C5F18A074}" dt="2026-09-24T02:14:07.189" v="0"/>
          <pc:sldLayoutMkLst>
            <pc:docMk/>
            <pc:sldMasterMk cId="3547493813" sldId="2147483660"/>
            <pc:sldLayoutMk cId="4176899878" sldId="2147483663"/>
          </pc:sldLayoutMkLst>
        </pc:sldLayoutChg>
        <pc:sldLayoutChg chg="add mod replId">
          <pc:chgData name="Requa, Wyatt (requ9446@vandals.uidaho.edu)" userId="S::requ9446@vandals.uidaho.edu::fc83f493-d71b-4de7-af0a-fc60f00e4a94" providerId="AD" clId="Web-{2DA459E7-79C3-E7B0-00E8-1D2C5F18A074}" dt="2026-09-24T02:14:07.189" v="0"/>
          <pc:sldLayoutMkLst>
            <pc:docMk/>
            <pc:sldMasterMk cId="3547493813" sldId="2147483660"/>
            <pc:sldLayoutMk cId="3483117278" sldId="2147483664"/>
          </pc:sldLayoutMkLst>
        </pc:sldLayoutChg>
        <pc:sldLayoutChg chg="add mod replId">
          <pc:chgData name="Requa, Wyatt (requ9446@vandals.uidaho.edu)" userId="S::requ9446@vandals.uidaho.edu::fc83f493-d71b-4de7-af0a-fc60f00e4a94" providerId="AD" clId="Web-{2DA459E7-79C3-E7B0-00E8-1D2C5F18A074}" dt="2026-09-24T02:14:07.189" v="0"/>
          <pc:sldLayoutMkLst>
            <pc:docMk/>
            <pc:sldMasterMk cId="3547493813" sldId="2147483660"/>
            <pc:sldLayoutMk cId="2204462001" sldId="2147483665"/>
          </pc:sldLayoutMkLst>
        </pc:sldLayoutChg>
        <pc:sldLayoutChg chg="add mod replId">
          <pc:chgData name="Requa, Wyatt (requ9446@vandals.uidaho.edu)" userId="S::requ9446@vandals.uidaho.edu::fc83f493-d71b-4de7-af0a-fc60f00e4a94" providerId="AD" clId="Web-{2DA459E7-79C3-E7B0-00E8-1D2C5F18A074}" dt="2026-09-24T02:14:07.189" v="0"/>
          <pc:sldLayoutMkLst>
            <pc:docMk/>
            <pc:sldMasterMk cId="3547493813" sldId="2147483660"/>
            <pc:sldLayoutMk cId="3801935018" sldId="2147483666"/>
          </pc:sldLayoutMkLst>
        </pc:sldLayoutChg>
        <pc:sldLayoutChg chg="add mod replId">
          <pc:chgData name="Requa, Wyatt (requ9446@vandals.uidaho.edu)" userId="S::requ9446@vandals.uidaho.edu::fc83f493-d71b-4de7-af0a-fc60f00e4a94" providerId="AD" clId="Web-{2DA459E7-79C3-E7B0-00E8-1D2C5F18A074}" dt="2026-09-24T02:14:07.189" v="0"/>
          <pc:sldLayoutMkLst>
            <pc:docMk/>
            <pc:sldMasterMk cId="3547493813" sldId="2147483660"/>
            <pc:sldLayoutMk cId="2983327948" sldId="2147483667"/>
          </pc:sldLayoutMkLst>
        </pc:sldLayoutChg>
        <pc:sldLayoutChg chg="add mod replId">
          <pc:chgData name="Requa, Wyatt (requ9446@vandals.uidaho.edu)" userId="S::requ9446@vandals.uidaho.edu::fc83f493-d71b-4de7-af0a-fc60f00e4a94" providerId="AD" clId="Web-{2DA459E7-79C3-E7B0-00E8-1D2C5F18A074}" dt="2026-09-24T02:14:07.189" v="0"/>
          <pc:sldLayoutMkLst>
            <pc:docMk/>
            <pc:sldMasterMk cId="3547493813" sldId="2147483660"/>
            <pc:sldLayoutMk cId="4199793657" sldId="2147483668"/>
          </pc:sldLayoutMkLst>
        </pc:sldLayoutChg>
        <pc:sldLayoutChg chg="add mod replId">
          <pc:chgData name="Requa, Wyatt (requ9446@vandals.uidaho.edu)" userId="S::requ9446@vandals.uidaho.edu::fc83f493-d71b-4de7-af0a-fc60f00e4a94" providerId="AD" clId="Web-{2DA459E7-79C3-E7B0-00E8-1D2C5F18A074}" dt="2026-09-24T02:14:07.189" v="0"/>
          <pc:sldLayoutMkLst>
            <pc:docMk/>
            <pc:sldMasterMk cId="3547493813" sldId="2147483660"/>
            <pc:sldLayoutMk cId="3762067575" sldId="2147483669"/>
          </pc:sldLayoutMkLst>
        </pc:sldLayoutChg>
        <pc:sldLayoutChg chg="add mod replId">
          <pc:chgData name="Requa, Wyatt (requ9446@vandals.uidaho.edu)" userId="S::requ9446@vandals.uidaho.edu::fc83f493-d71b-4de7-af0a-fc60f00e4a94" providerId="AD" clId="Web-{2DA459E7-79C3-E7B0-00E8-1D2C5F18A074}" dt="2026-09-24T02:14:07.189" v="0"/>
          <pc:sldLayoutMkLst>
            <pc:docMk/>
            <pc:sldMasterMk cId="3547493813" sldId="2147483660"/>
            <pc:sldLayoutMk cId="841217864" sldId="2147483670"/>
          </pc:sldLayoutMkLst>
        </pc:sldLayoutChg>
        <pc:sldLayoutChg chg="add mod replId">
          <pc:chgData name="Requa, Wyatt (requ9446@vandals.uidaho.edu)" userId="S::requ9446@vandals.uidaho.edu::fc83f493-d71b-4de7-af0a-fc60f00e4a94" providerId="AD" clId="Web-{2DA459E7-79C3-E7B0-00E8-1D2C5F18A074}" dt="2026-09-24T02:14:07.189" v="0"/>
          <pc:sldLayoutMkLst>
            <pc:docMk/>
            <pc:sldMasterMk cId="3547493813" sldId="2147483660"/>
            <pc:sldLayoutMk cId="1953918789" sldId="2147483671"/>
          </pc:sldLayoutMkLst>
        </pc:sldLayoutChg>
      </pc:sldMasterChg>
    </pc:docChg>
  </pc:docChgLst>
  <pc:docChgLst>
    <pc:chgData name="Gagandeep Singh (gaga4812@vandals.uidaho.edu)" userId="S::gaga4812@vandals.uidaho.edu::f987ee99-a2b3-4a0d-83db-8122a9f80e5f" providerId="AD" clId="Web-{00000000-0000-0000-0000-000000000000}"/>
    <pc:docChg chg="sldOrd">
      <pc:chgData name="Gagandeep Singh (gaga4812@vandals.uidaho.edu)" userId="S::gaga4812@vandals.uidaho.edu::f987ee99-a2b3-4a0d-83db-8122a9f80e5f" providerId="AD" clId="Web-{00000000-0000-0000-0000-000000000000}" dt="2026-09-24T04:51:02.926" v="0"/>
      <pc:docMkLst>
        <pc:docMk/>
      </pc:docMkLst>
      <pc:sldChg chg="ord">
        <pc:chgData name="Gagandeep Singh (gaga4812@vandals.uidaho.edu)" userId="S::gaga4812@vandals.uidaho.edu::f987ee99-a2b3-4a0d-83db-8122a9f80e5f" providerId="AD" clId="Web-{00000000-0000-0000-0000-000000000000}" dt="2026-09-24T04:51:02.926" v="0"/>
        <pc:sldMkLst>
          <pc:docMk/>
          <pc:sldMk cId="2585510147" sldId="282"/>
        </pc:sldMkLst>
      </pc:sldChg>
    </pc:docChg>
  </pc:docChgLst>
  <pc:docChgLst>
    <pc:chgData name="Patel, Nishant (pate6960@vandals.uidaho.edu)" userId="S::pate6960@vandals.uidaho.edu::5c24d87b-a2d2-4d63-bb5b-b58e873938fd" providerId="AD" clId="Web-{4737C73E-3C0B-AD08-CF37-CAD6FDA1B24D}"/>
    <pc:docChg chg="modSld">
      <pc:chgData name="Patel, Nishant (pate6960@vandals.uidaho.edu)" userId="S::pate6960@vandals.uidaho.edu::5c24d87b-a2d2-4d63-bb5b-b58e873938fd" providerId="AD" clId="Web-{4737C73E-3C0B-AD08-CF37-CAD6FDA1B24D}" dt="2026-09-24T05:17:18.958" v="3" actId="14100"/>
      <pc:docMkLst>
        <pc:docMk/>
      </pc:docMkLst>
      <pc:sldChg chg="addSp delSp modSp">
        <pc:chgData name="Patel, Nishant (pate6960@vandals.uidaho.edu)" userId="S::pate6960@vandals.uidaho.edu::5c24d87b-a2d2-4d63-bb5b-b58e873938fd" providerId="AD" clId="Web-{4737C73E-3C0B-AD08-CF37-CAD6FDA1B24D}" dt="2026-09-24T05:17:18.958" v="3" actId="14100"/>
        <pc:sldMkLst>
          <pc:docMk/>
          <pc:sldMk cId="3008493944" sldId="287"/>
        </pc:sldMkLst>
        <pc:spChg chg="del">
          <ac:chgData name="Patel, Nishant (pate6960@vandals.uidaho.edu)" userId="S::pate6960@vandals.uidaho.edu::5c24d87b-a2d2-4d63-bb5b-b58e873938fd" providerId="AD" clId="Web-{4737C73E-3C0B-AD08-CF37-CAD6FDA1B24D}" dt="2026-09-24T05:16:38.051" v="0"/>
          <ac:spMkLst>
            <pc:docMk/>
            <pc:sldMk cId="3008493944" sldId="287"/>
            <ac:spMk id="3" creationId="{975543AD-8A92-13C8-CC28-5AA51D8B727C}"/>
          </ac:spMkLst>
        </pc:spChg>
        <pc:picChg chg="add mod ord">
          <ac:chgData name="Patel, Nishant (pate6960@vandals.uidaho.edu)" userId="S::pate6960@vandals.uidaho.edu::5c24d87b-a2d2-4d63-bb5b-b58e873938fd" providerId="AD" clId="Web-{4737C73E-3C0B-AD08-CF37-CAD6FDA1B24D}" dt="2026-09-24T05:17:18.958" v="3" actId="14100"/>
          <ac:picMkLst>
            <pc:docMk/>
            <pc:sldMk cId="3008493944" sldId="287"/>
            <ac:picMk id="4" creationId="{C9EAED77-FA5E-543D-4BF9-7FAB5547700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5EFD19-9B15-40DC-BC8A-801B2DCE12B7}" type="datetimeFigureOut">
              <a:rPr lang="en-US" smtClean="0"/>
              <a:t>9/23/2026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4953AE-7FD8-49B0-AD10-EA7197A5E2C7}" type="slidenum">
              <a:rPr lang="en-US" smtClean="0"/>
              <a:t>‹#›</a:t>
            </a:fld>
            <a:endParaRPr lang="en-US"/>
          </a:p>
        </p:txBody>
      </p:sp>
    </p:spTree>
    <p:extLst>
      <p:ext uri="{BB962C8B-B14F-4D97-AF65-F5344CB8AC3E}">
        <p14:creationId xmlns:p14="http://schemas.microsoft.com/office/powerpoint/2010/main" val="1747673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a:t>
            </a:r>
          </a:p>
        </p:txBody>
      </p:sp>
      <p:sp>
        <p:nvSpPr>
          <p:cNvPr id="4" name="Slide Number Placeholder 3"/>
          <p:cNvSpPr>
            <a:spLocks noGrp="1"/>
          </p:cNvSpPr>
          <p:nvPr>
            <p:ph type="sldNum" sz="quarter" idx="5"/>
          </p:nvPr>
        </p:nvSpPr>
        <p:spPr/>
        <p:txBody>
          <a:bodyPr/>
          <a:lstStyle/>
          <a:p>
            <a:fld id="{F74953AE-7FD8-49B0-AD10-EA7197A5E2C7}" type="slidenum">
              <a:rPr lang="en-US" smtClean="0"/>
              <a:t>1</a:t>
            </a:fld>
            <a:endParaRPr lang="en-US"/>
          </a:p>
        </p:txBody>
      </p:sp>
    </p:spTree>
    <p:extLst>
      <p:ext uri="{BB962C8B-B14F-4D97-AF65-F5344CB8AC3E}">
        <p14:creationId xmlns:p14="http://schemas.microsoft.com/office/powerpoint/2010/main" val="31254649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game! We can call it that for simplicity.</a:t>
            </a:r>
          </a:p>
          <a:p>
            <a:endParaRPr lang="en-US" dirty="0"/>
          </a:p>
          <a:p>
            <a:r>
              <a:rPr lang="en-US" dirty="0"/>
              <a:t>We’re making a video game that has rogue like and dating elements that merge together to tell a story about winning the approval of a stern vampire shrimp family.</a:t>
            </a:r>
          </a:p>
          <a:p>
            <a:endParaRPr lang="en-US" dirty="0"/>
          </a:p>
          <a:p>
            <a:r>
              <a:rPr lang="en-US" dirty="0"/>
              <a:t>Go from outcast who almost missed your own wedding…. That you didn’t know you were having …. To a respected member of the vampire shrimp family.</a:t>
            </a:r>
          </a:p>
          <a:p>
            <a:endParaRPr lang="en-US" dirty="0"/>
          </a:p>
          <a:p>
            <a:r>
              <a:rPr lang="en-US" dirty="0"/>
              <a:t>Follow a simple and awfully sweet gameplay loop, and, most importantly, have fun.</a:t>
            </a:r>
          </a:p>
        </p:txBody>
      </p:sp>
      <p:sp>
        <p:nvSpPr>
          <p:cNvPr id="4" name="Slide Number Placeholder 3"/>
          <p:cNvSpPr>
            <a:spLocks noGrp="1"/>
          </p:cNvSpPr>
          <p:nvPr>
            <p:ph type="sldNum" sz="quarter" idx="5"/>
          </p:nvPr>
        </p:nvSpPr>
        <p:spPr/>
        <p:txBody>
          <a:bodyPr/>
          <a:lstStyle/>
          <a:p>
            <a:fld id="{F74953AE-7FD8-49B0-AD10-EA7197A5E2C7}" type="slidenum">
              <a:rPr lang="en-US" smtClean="0"/>
              <a:t>2</a:t>
            </a:fld>
            <a:endParaRPr lang="en-US"/>
          </a:p>
        </p:txBody>
      </p:sp>
    </p:spTree>
    <p:extLst>
      <p:ext uri="{BB962C8B-B14F-4D97-AF65-F5344CB8AC3E}">
        <p14:creationId xmlns:p14="http://schemas.microsoft.com/office/powerpoint/2010/main" val="9193651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team that is powering this incredible creation.</a:t>
            </a:r>
          </a:p>
          <a:p>
            <a:endParaRPr lang="en-US" dirty="0"/>
          </a:p>
          <a:p>
            <a:r>
              <a:rPr lang="en-US" dirty="0"/>
              <a:t>We’ve got me, TL1 Adam.</a:t>
            </a:r>
          </a:p>
          <a:p>
            <a:endParaRPr lang="en-US" dirty="0"/>
          </a:p>
          <a:p>
            <a:r>
              <a:rPr lang="en-US" dirty="0"/>
              <a:t>Then we’ve got TL2 Hayden</a:t>
            </a:r>
          </a:p>
          <a:p>
            <a:br>
              <a:rPr lang="en-US" dirty="0"/>
            </a:br>
            <a:r>
              <a:rPr lang="en-US" dirty="0"/>
              <a:t>We’ve also got a TL2+, Gagan.</a:t>
            </a:r>
          </a:p>
          <a:p>
            <a:endParaRPr lang="en-US" dirty="0"/>
          </a:p>
          <a:p>
            <a:r>
              <a:rPr lang="en-US" dirty="0"/>
              <a:t>Next we have our TL3, </a:t>
            </a:r>
            <a:r>
              <a:rPr lang="en-US" dirty="0" err="1"/>
              <a:t>Shenghao</a:t>
            </a:r>
            <a:r>
              <a:rPr lang="en-US" dirty="0"/>
              <a:t>.</a:t>
            </a:r>
          </a:p>
          <a:p>
            <a:endParaRPr lang="en-US" dirty="0"/>
          </a:p>
          <a:p>
            <a:r>
              <a:rPr lang="en-US" dirty="0"/>
              <a:t>After that, we’re onto our expert TL4, Michael.</a:t>
            </a:r>
          </a:p>
          <a:p>
            <a:endParaRPr lang="en-US" dirty="0"/>
          </a:p>
          <a:p>
            <a:r>
              <a:rPr lang="en-US" dirty="0"/>
              <a:t>Our TL5, Wyatt, is here to use AI…. Responsibly….</a:t>
            </a:r>
          </a:p>
          <a:p>
            <a:endParaRPr lang="en-US" dirty="0"/>
          </a:p>
          <a:p>
            <a:r>
              <a:rPr lang="en-US" dirty="0"/>
              <a:t>And, rounding out the team, we have TL6 Nishant.</a:t>
            </a:r>
          </a:p>
          <a:p>
            <a:endParaRPr lang="en-US" dirty="0"/>
          </a:p>
          <a:p>
            <a:r>
              <a:rPr lang="en-US" dirty="0"/>
              <a:t>Let’s get into the story.</a:t>
            </a:r>
          </a:p>
        </p:txBody>
      </p:sp>
      <p:sp>
        <p:nvSpPr>
          <p:cNvPr id="4" name="Slide Number Placeholder 3"/>
          <p:cNvSpPr>
            <a:spLocks noGrp="1"/>
          </p:cNvSpPr>
          <p:nvPr>
            <p:ph type="sldNum" sz="quarter" idx="5"/>
          </p:nvPr>
        </p:nvSpPr>
        <p:spPr/>
        <p:txBody>
          <a:bodyPr/>
          <a:lstStyle/>
          <a:p>
            <a:fld id="{F74953AE-7FD8-49B0-AD10-EA7197A5E2C7}" type="slidenum">
              <a:rPr lang="en-US" smtClean="0"/>
              <a:t>3</a:t>
            </a:fld>
            <a:endParaRPr lang="en-US"/>
          </a:p>
        </p:txBody>
      </p:sp>
    </p:spTree>
    <p:extLst>
      <p:ext uri="{BB962C8B-B14F-4D97-AF65-F5344CB8AC3E}">
        <p14:creationId xmlns:p14="http://schemas.microsoft.com/office/powerpoint/2010/main" val="6760960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Transported to another world – how?</a:t>
            </a:r>
          </a:p>
          <a:p>
            <a:pPr marL="285750" indent="-285750">
              <a:buFont typeface="Arial" panose="020B0604020202020204" pitchFamily="34" charset="0"/>
              <a:buChar char="•"/>
            </a:pPr>
            <a:r>
              <a:rPr lang="en-US" dirty="0"/>
              <a:t>Person diving at night at a secluded beach.</a:t>
            </a:r>
          </a:p>
          <a:p>
            <a:pPr marL="285750" indent="-285750">
              <a:buFont typeface="Arial" panose="020B0604020202020204" pitchFamily="34" charset="0"/>
              <a:buChar char="•"/>
            </a:pPr>
            <a:r>
              <a:rPr lang="en-US" dirty="0"/>
              <a:t>Suddenly, bit by several vampire shrimp at once.</a:t>
            </a:r>
          </a:p>
          <a:p>
            <a:pPr marL="285750" indent="-285750">
              <a:buFont typeface="Arial" panose="020B0604020202020204" pitchFamily="34" charset="0"/>
              <a:buChar char="•"/>
            </a:pPr>
            <a:r>
              <a:rPr lang="en-US" dirty="0"/>
              <a:t>Loses consciousness, and drifts into a “dream world” where they just got married to a vampire shrimp</a:t>
            </a:r>
          </a:p>
          <a:p>
            <a:endParaRPr lang="en-US" dirty="0"/>
          </a:p>
        </p:txBody>
      </p:sp>
      <p:sp>
        <p:nvSpPr>
          <p:cNvPr id="4" name="Slide Number Placeholder 3"/>
          <p:cNvSpPr>
            <a:spLocks noGrp="1"/>
          </p:cNvSpPr>
          <p:nvPr>
            <p:ph type="sldNum" sz="quarter" idx="5"/>
          </p:nvPr>
        </p:nvSpPr>
        <p:spPr/>
        <p:txBody>
          <a:bodyPr/>
          <a:lstStyle/>
          <a:p>
            <a:fld id="{F74953AE-7FD8-49B0-AD10-EA7197A5E2C7}" type="slidenum">
              <a:rPr lang="en-US" smtClean="0"/>
              <a:t>4</a:t>
            </a:fld>
            <a:endParaRPr lang="en-US"/>
          </a:p>
        </p:txBody>
      </p:sp>
    </p:spTree>
    <p:extLst>
      <p:ext uri="{BB962C8B-B14F-4D97-AF65-F5344CB8AC3E}">
        <p14:creationId xmlns:p14="http://schemas.microsoft.com/office/powerpoint/2010/main" val="41998344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Tutorial and Level One</a:t>
            </a:r>
          </a:p>
          <a:p>
            <a:pPr marL="285750" indent="-285750">
              <a:buFont typeface="Arial" panose="020B0604020202020204" pitchFamily="34" charset="0"/>
              <a:buChar char="•"/>
            </a:pPr>
            <a:r>
              <a:rPr lang="en-US" dirty="0"/>
              <a:t>You wake up in a haze in the cellar of a chapel (setting).</a:t>
            </a:r>
          </a:p>
          <a:p>
            <a:pPr marL="285750" indent="-285750">
              <a:buFont typeface="Arial" panose="020B0604020202020204" pitchFamily="34" charset="0"/>
              <a:buChar char="•"/>
            </a:pPr>
            <a:r>
              <a:rPr lang="en-US" dirty="0"/>
              <a:t>Then, this is the tutorial: learn controls and simple fighting - get out of the cellar)</a:t>
            </a:r>
          </a:p>
          <a:p>
            <a:pPr marL="285750" indent="-285750">
              <a:buFont typeface="Arial" panose="020B0604020202020204" pitchFamily="34" charset="0"/>
              <a:buChar char="•"/>
            </a:pPr>
            <a:r>
              <a:rPr lang="en-US" dirty="0"/>
              <a:t>Play initial level one, getting out of the basement, in order to get to the Ceremony</a:t>
            </a:r>
          </a:p>
          <a:p>
            <a:endParaRPr lang="en-US" dirty="0"/>
          </a:p>
        </p:txBody>
      </p:sp>
      <p:sp>
        <p:nvSpPr>
          <p:cNvPr id="4" name="Slide Number Placeholder 3"/>
          <p:cNvSpPr>
            <a:spLocks noGrp="1"/>
          </p:cNvSpPr>
          <p:nvPr>
            <p:ph type="sldNum" sz="quarter" idx="5"/>
          </p:nvPr>
        </p:nvSpPr>
        <p:spPr/>
        <p:txBody>
          <a:bodyPr/>
          <a:lstStyle/>
          <a:p>
            <a:fld id="{F74953AE-7FD8-49B0-AD10-EA7197A5E2C7}" type="slidenum">
              <a:rPr lang="en-US" smtClean="0"/>
              <a:t>5</a:t>
            </a:fld>
            <a:endParaRPr lang="en-US"/>
          </a:p>
        </p:txBody>
      </p:sp>
    </p:spTree>
    <p:extLst>
      <p:ext uri="{BB962C8B-B14F-4D97-AF65-F5344CB8AC3E}">
        <p14:creationId xmlns:p14="http://schemas.microsoft.com/office/powerpoint/2010/main" val="38548603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point – this is the ceremony and what follows directly after.</a:t>
            </a:r>
          </a:p>
          <a:p>
            <a:pPr marL="171450" indent="-171450">
              <a:buFont typeface="Arial" panose="020B0604020202020204" pitchFamily="34" charset="0"/>
              <a:buChar char="•"/>
            </a:pPr>
            <a:r>
              <a:rPr lang="en-US" dirty="0"/>
              <a:t>You’re late to your own vampire shrimp wedding.</a:t>
            </a:r>
          </a:p>
          <a:p>
            <a:pPr marL="171450" indent="-171450">
              <a:buFont typeface="Arial" panose="020B0604020202020204" pitchFamily="34" charset="0"/>
              <a:buChar char="•"/>
            </a:pPr>
            <a:r>
              <a:rPr lang="en-US" dirty="0"/>
              <a:t>The marriage is official, even if the family disapproves.</a:t>
            </a:r>
          </a:p>
          <a:p>
            <a:pPr marL="171450" indent="-171450">
              <a:buFont typeface="Arial" panose="020B0604020202020204" pitchFamily="34" charset="0"/>
              <a:buChar char="•"/>
            </a:pPr>
            <a:r>
              <a:rPr lang="en-US" dirty="0"/>
              <a:t>Your vampire shrimp spouse isn’t permitted to go home with you, you’re out on the street in front of the chapel and you need to prove your worth to the family.</a:t>
            </a:r>
          </a:p>
          <a:p>
            <a:pPr marL="628650" lvl="1" indent="-171450">
              <a:buFont typeface="Arial" panose="020B0604020202020204" pitchFamily="34" charset="0"/>
              <a:buChar char="•"/>
            </a:pPr>
            <a:r>
              <a:rPr lang="en-US" dirty="0"/>
              <a:t>This scene takes you to a shop where you purchase weapons and items. </a:t>
            </a:r>
          </a:p>
          <a:p>
            <a:pPr marL="628650" lvl="1" indent="-171450">
              <a:buFont typeface="Arial" panose="020B0604020202020204" pitchFamily="34" charset="0"/>
              <a:buChar char="•"/>
            </a:pPr>
            <a:r>
              <a:rPr lang="en-US" dirty="0"/>
              <a:t>After this point you go onto level 2, which is a bridge to level 3.</a:t>
            </a:r>
          </a:p>
          <a:p>
            <a:pPr marL="628650" lvl="1" indent="-171450">
              <a:buFont typeface="Arial" panose="020B0604020202020204" pitchFamily="34" charset="0"/>
              <a:buChar char="•"/>
            </a:pPr>
            <a:endParaRPr lang="en-US" dirty="0"/>
          </a:p>
          <a:p>
            <a:pPr marL="628650" lvl="1" indent="-171450">
              <a:buFont typeface="Arial" panose="020B0604020202020204" pitchFamily="34" charset="0"/>
              <a:buChar char="•"/>
            </a:pPr>
            <a:endParaRPr lang="en-US" dirty="0"/>
          </a:p>
          <a:p>
            <a:pPr marL="457200" lvl="1" indent="0">
              <a:buFont typeface="Arial" panose="020B0604020202020204" pitchFamily="34" charset="0"/>
              <a:buNone/>
            </a:pPr>
            <a:endParaRPr lang="en-US" dirty="0"/>
          </a:p>
          <a:p>
            <a:pPr marL="457200" lvl="1" indent="0">
              <a:buFont typeface="Arial" panose="020B0604020202020204" pitchFamily="34" charset="0"/>
              <a:buNone/>
            </a:pPr>
            <a:r>
              <a:rPr lang="en-US" dirty="0"/>
              <a:t>************************* INTRA-TEAM NOTES – NOT FOR CLASS DISCUSSION *******************************</a:t>
            </a:r>
          </a:p>
          <a:p>
            <a:pPr marL="457200" lvl="1" indent="0">
              <a:buFont typeface="Arial" panose="020B0604020202020204" pitchFamily="34" charset="0"/>
              <a:buNone/>
            </a:pPr>
            <a:r>
              <a:rPr lang="en-US" dirty="0"/>
              <a:t>Level 2 is a bridge to level 3, a simple level that takes you across town, for example, where you pick up a quest, or hear a rumor, about something that can put you back into the family’s good graces.</a:t>
            </a:r>
            <a:br>
              <a:rPr lang="en-US" dirty="0"/>
            </a:br>
            <a:r>
              <a:rPr lang="en-US" dirty="0"/>
              <a:t>AFTER THIS POINT, IF YOU DIE, WE MUST PLAY THE DEATH SCENE (Good Riddance – Shrimp Family) (Player was never seen again…. Drowned)</a:t>
            </a:r>
          </a:p>
        </p:txBody>
      </p:sp>
      <p:sp>
        <p:nvSpPr>
          <p:cNvPr id="4" name="Slide Number Placeholder 3"/>
          <p:cNvSpPr>
            <a:spLocks noGrp="1"/>
          </p:cNvSpPr>
          <p:nvPr>
            <p:ph type="sldNum" sz="quarter" idx="5"/>
          </p:nvPr>
        </p:nvSpPr>
        <p:spPr/>
        <p:txBody>
          <a:bodyPr/>
          <a:lstStyle/>
          <a:p>
            <a:fld id="{F74953AE-7FD8-49B0-AD10-EA7197A5E2C7}" type="slidenum">
              <a:rPr lang="en-US" smtClean="0"/>
              <a:t>6</a:t>
            </a:fld>
            <a:endParaRPr lang="en-US"/>
          </a:p>
        </p:txBody>
      </p:sp>
    </p:spTree>
    <p:extLst>
      <p:ext uri="{BB962C8B-B14F-4D97-AF65-F5344CB8AC3E}">
        <p14:creationId xmlns:p14="http://schemas.microsoft.com/office/powerpoint/2010/main" val="9294007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Rising Action – Level Three. You’re ready to start dating the vampire shrimp in your spouse’s family, and gain their trust. Unfortunately, enemies and sea hazards stand between you and each family member.</a:t>
            </a:r>
          </a:p>
          <a:p>
            <a:pPr marL="171450" indent="-171450">
              <a:buFont typeface="Arial" panose="020B0604020202020204" pitchFamily="34" charset="0"/>
              <a:buChar char="•"/>
            </a:pPr>
            <a:r>
              <a:rPr lang="en-US" i="1" dirty="0"/>
              <a:t>We’re going to say that this is very much approved in vampire shrimp culture.</a:t>
            </a:r>
          </a:p>
          <a:p>
            <a:pPr marL="171450" indent="-171450">
              <a:buFont typeface="Arial" panose="020B0604020202020204" pitchFamily="34" charset="0"/>
              <a:buChar char="•"/>
            </a:pPr>
            <a:r>
              <a:rPr lang="en-US" i="0" dirty="0"/>
              <a:t>You are now in the main gameplay loop, where you begin fighting waves of enemies to get to the members of your shrimp family.</a:t>
            </a:r>
          </a:p>
          <a:p>
            <a:pPr marL="171450" indent="-171450">
              <a:buFont typeface="Arial" panose="020B0604020202020204" pitchFamily="34" charset="0"/>
              <a:buChar char="•"/>
            </a:pPr>
            <a:r>
              <a:rPr lang="en-US" i="0" dirty="0"/>
              <a:t>Get familiar with buying new weapons, and upgrading during rounds.</a:t>
            </a:r>
          </a:p>
          <a:p>
            <a:pPr marL="171450" indent="-171450">
              <a:buFont typeface="Arial" panose="020B0604020202020204" pitchFamily="34" charset="0"/>
              <a:buChar char="•"/>
            </a:pPr>
            <a:endParaRPr lang="en-US" i="0" dirty="0"/>
          </a:p>
          <a:p>
            <a:pPr marL="628650" lvl="1" indent="-171450">
              <a:buFont typeface="Arial" panose="020B0604020202020204" pitchFamily="34" charset="0"/>
              <a:buChar char="•"/>
            </a:pPr>
            <a:endParaRPr lang="en-US" dirty="0"/>
          </a:p>
          <a:p>
            <a:pPr marL="457200" lvl="1" indent="0">
              <a:buFont typeface="Arial" panose="020B0604020202020204" pitchFamily="34" charset="0"/>
              <a:buNone/>
            </a:pPr>
            <a:endParaRPr lang="en-US" dirty="0"/>
          </a:p>
          <a:p>
            <a:pPr marL="457200" lvl="1" indent="0">
              <a:buFont typeface="Arial" panose="020B0604020202020204" pitchFamily="34" charset="0"/>
              <a:buNone/>
            </a:pPr>
            <a:r>
              <a:rPr lang="en-US" dirty="0"/>
              <a:t>************************* INTRA-TEAM NOTES – NOT FOR CLASS DISCUSSION *******************************</a:t>
            </a:r>
          </a:p>
          <a:p>
            <a:pPr marL="457200" lvl="1" indent="0">
              <a:buFont typeface="Arial" panose="020B0604020202020204" pitchFamily="34" charset="0"/>
              <a:buNone/>
            </a:pPr>
            <a:r>
              <a:rPr lang="en-US" dirty="0"/>
              <a:t>Leve 2 is a bridge to level 3, a simple level that takes you across town, for example, where you pick up a quest, or hear a rumor, about something that can put you back into the family’s good graces.</a:t>
            </a:r>
          </a:p>
          <a:p>
            <a:endParaRPr lang="en-US" dirty="0"/>
          </a:p>
        </p:txBody>
      </p:sp>
      <p:sp>
        <p:nvSpPr>
          <p:cNvPr id="4" name="Slide Number Placeholder 3"/>
          <p:cNvSpPr>
            <a:spLocks noGrp="1"/>
          </p:cNvSpPr>
          <p:nvPr>
            <p:ph type="sldNum" sz="quarter" idx="5"/>
          </p:nvPr>
        </p:nvSpPr>
        <p:spPr/>
        <p:txBody>
          <a:bodyPr/>
          <a:lstStyle/>
          <a:p>
            <a:fld id="{F74953AE-7FD8-49B0-AD10-EA7197A5E2C7}" type="slidenum">
              <a:rPr lang="en-US" smtClean="0"/>
              <a:t>7</a:t>
            </a:fld>
            <a:endParaRPr lang="en-US"/>
          </a:p>
        </p:txBody>
      </p:sp>
    </p:spTree>
    <p:extLst>
      <p:ext uri="{BB962C8B-B14F-4D97-AF65-F5344CB8AC3E}">
        <p14:creationId xmlns:p14="http://schemas.microsoft.com/office/powerpoint/2010/main" val="16311169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this point, you’ve defeated the hordes and are ready to date one of the family members.</a:t>
            </a:r>
          </a:p>
          <a:p>
            <a:endParaRPr lang="en-US" dirty="0"/>
          </a:p>
          <a:p>
            <a:r>
              <a:rPr lang="en-US" dirty="0"/>
              <a:t>Be sure to successfully woo enough family members.</a:t>
            </a:r>
          </a:p>
          <a:p>
            <a:endParaRPr lang="en-US" dirty="0"/>
          </a:p>
          <a:p>
            <a:r>
              <a:rPr lang="en-US" dirty="0"/>
              <a:t>Without them, the next levels will be harder, and you may not be liked enough to get approval for your marriage.</a:t>
            </a:r>
          </a:p>
          <a:p>
            <a:endParaRPr lang="en-US" dirty="0"/>
          </a:p>
        </p:txBody>
      </p:sp>
      <p:sp>
        <p:nvSpPr>
          <p:cNvPr id="4" name="Slide Number Placeholder 3"/>
          <p:cNvSpPr>
            <a:spLocks noGrp="1"/>
          </p:cNvSpPr>
          <p:nvPr>
            <p:ph type="sldNum" sz="quarter" idx="5"/>
          </p:nvPr>
        </p:nvSpPr>
        <p:spPr/>
        <p:txBody>
          <a:bodyPr/>
          <a:lstStyle/>
          <a:p>
            <a:fld id="{F74953AE-7FD8-49B0-AD10-EA7197A5E2C7}" type="slidenum">
              <a:rPr lang="en-US" smtClean="0"/>
              <a:t>8</a:t>
            </a:fld>
            <a:endParaRPr lang="en-US"/>
          </a:p>
        </p:txBody>
      </p:sp>
    </p:spTree>
    <p:extLst>
      <p:ext uri="{BB962C8B-B14F-4D97-AF65-F5344CB8AC3E}">
        <p14:creationId xmlns:p14="http://schemas.microsoft.com/office/powerpoint/2010/main" val="11148608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Story board section 6, we’re completing level 8 and overcoming the final hurdle. You’ve made a great effort so far to win the approval of family members, but was it enough?</a:t>
            </a:r>
          </a:p>
          <a:p>
            <a:endParaRPr lang="en-US" dirty="0"/>
          </a:p>
          <a:p>
            <a:r>
              <a:rPr lang="en-US" dirty="0"/>
              <a:t>Once we are able to woo the mother in law, our spouse’s family will approve of the Vampire Shrimp marriage!</a:t>
            </a:r>
          </a:p>
          <a:p>
            <a:endParaRPr lang="en-US" dirty="0"/>
          </a:p>
          <a:p>
            <a:r>
              <a:rPr lang="en-US" dirty="0"/>
              <a:t>Should you fail… you may wind up back at the beginning of your long journey.</a:t>
            </a:r>
          </a:p>
        </p:txBody>
      </p:sp>
      <p:sp>
        <p:nvSpPr>
          <p:cNvPr id="4" name="Slide Number Placeholder 3"/>
          <p:cNvSpPr>
            <a:spLocks noGrp="1"/>
          </p:cNvSpPr>
          <p:nvPr>
            <p:ph type="sldNum" sz="quarter" idx="5"/>
          </p:nvPr>
        </p:nvSpPr>
        <p:spPr/>
        <p:txBody>
          <a:bodyPr/>
          <a:lstStyle/>
          <a:p>
            <a:fld id="{F74953AE-7FD8-49B0-AD10-EA7197A5E2C7}" type="slidenum">
              <a:rPr lang="en-US" smtClean="0"/>
              <a:t>9</a:t>
            </a:fld>
            <a:endParaRPr lang="en-US"/>
          </a:p>
        </p:txBody>
      </p:sp>
    </p:spTree>
    <p:extLst>
      <p:ext uri="{BB962C8B-B14F-4D97-AF65-F5344CB8AC3E}">
        <p14:creationId xmlns:p14="http://schemas.microsoft.com/office/powerpoint/2010/main" val="1479100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now we’ve reached the end.</a:t>
            </a:r>
          </a:p>
          <a:p>
            <a:endParaRPr lang="en-US" dirty="0"/>
          </a:p>
          <a:p>
            <a:r>
              <a:rPr lang="en-US" dirty="0"/>
              <a:t>You’ve successfully wooed enough family members, and appeased the mother in law.</a:t>
            </a:r>
          </a:p>
          <a:p>
            <a:endParaRPr lang="en-US" dirty="0"/>
          </a:p>
          <a:p>
            <a:r>
              <a:rPr lang="en-US" dirty="0"/>
              <a:t>That makes you the victor of this game! Enjoy your life as the partner of a vampire shrimp.</a:t>
            </a:r>
          </a:p>
          <a:p>
            <a:endParaRPr lang="en-US" dirty="0"/>
          </a:p>
          <a:p>
            <a:r>
              <a:rPr lang="en-US" dirty="0"/>
              <a:t>….You might be stuck here…. Uh… Forever…</a:t>
            </a:r>
          </a:p>
          <a:p>
            <a:endParaRPr lang="en-US" dirty="0"/>
          </a:p>
          <a:p>
            <a:r>
              <a:rPr lang="en-US" dirty="0"/>
              <a:t>We’re now going to transition towards the Context Diagram and Diagram 0 for this project.</a:t>
            </a:r>
          </a:p>
        </p:txBody>
      </p:sp>
      <p:sp>
        <p:nvSpPr>
          <p:cNvPr id="4" name="Slide Number Placeholder 3"/>
          <p:cNvSpPr>
            <a:spLocks noGrp="1"/>
          </p:cNvSpPr>
          <p:nvPr>
            <p:ph type="sldNum" sz="quarter" idx="5"/>
          </p:nvPr>
        </p:nvSpPr>
        <p:spPr/>
        <p:txBody>
          <a:bodyPr/>
          <a:lstStyle/>
          <a:p>
            <a:fld id="{F74953AE-7FD8-49B0-AD10-EA7197A5E2C7}" type="slidenum">
              <a:rPr lang="en-US" smtClean="0"/>
              <a:t>10</a:t>
            </a:fld>
            <a:endParaRPr lang="en-US"/>
          </a:p>
        </p:txBody>
      </p:sp>
    </p:spTree>
    <p:extLst>
      <p:ext uri="{BB962C8B-B14F-4D97-AF65-F5344CB8AC3E}">
        <p14:creationId xmlns:p14="http://schemas.microsoft.com/office/powerpoint/2010/main" val="40047184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 This diagram needs refactored.</a:t>
            </a:r>
          </a:p>
        </p:txBody>
      </p:sp>
      <p:sp>
        <p:nvSpPr>
          <p:cNvPr id="4" name="Slide Number Placeholder 3"/>
          <p:cNvSpPr>
            <a:spLocks noGrp="1"/>
          </p:cNvSpPr>
          <p:nvPr>
            <p:ph type="sldNum" sz="quarter" idx="5"/>
          </p:nvPr>
        </p:nvSpPr>
        <p:spPr/>
        <p:txBody>
          <a:bodyPr/>
          <a:lstStyle/>
          <a:p>
            <a:fld id="{F74953AE-7FD8-49B0-AD10-EA7197A5E2C7}" type="slidenum">
              <a:rPr lang="en-US" smtClean="0"/>
              <a:t>13</a:t>
            </a:fld>
            <a:endParaRPr lang="en-US"/>
          </a:p>
        </p:txBody>
      </p:sp>
    </p:spTree>
    <p:extLst>
      <p:ext uri="{BB962C8B-B14F-4D97-AF65-F5344CB8AC3E}">
        <p14:creationId xmlns:p14="http://schemas.microsoft.com/office/powerpoint/2010/main" val="31238768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Class Diagram demonstrates a pattern in line with the Gang of Four as shown.</a:t>
            </a:r>
          </a:p>
          <a:p>
            <a:endParaRPr lang="en-US" dirty="0"/>
          </a:p>
          <a:p>
            <a:r>
              <a:rPr lang="en-US" dirty="0"/>
              <a:t>The client role is taken by the Unity Game Loop / Composition root – It triggers high-level calls on the context to manage the game lifecycle.</a:t>
            </a:r>
          </a:p>
          <a:p>
            <a:endParaRPr lang="en-US" dirty="0"/>
          </a:p>
          <a:p>
            <a:r>
              <a:rPr lang="en-US" dirty="0"/>
              <a:t>The context role is taken by </a:t>
            </a:r>
            <a:r>
              <a:rPr lang="en-US" dirty="0" err="1"/>
              <a:t>RunSession</a:t>
            </a:r>
            <a:r>
              <a:rPr lang="en-US" dirty="0"/>
              <a:t>, which holds the active current state reference, and exposes critical operations like Ticks / game updates, and the ability for other functions to request a pause of the game, or fetch the current state, for example.</a:t>
            </a:r>
          </a:p>
          <a:p>
            <a:endParaRPr lang="en-US" dirty="0"/>
          </a:p>
          <a:p>
            <a:r>
              <a:rPr lang="en-US" dirty="0"/>
              <a:t>The state role is taken by the </a:t>
            </a:r>
            <a:r>
              <a:rPr lang="en-US" dirty="0" err="1"/>
              <a:t>RunState</a:t>
            </a:r>
            <a:r>
              <a:rPr lang="en-US" dirty="0"/>
              <a:t> feature class, which is an abstract base class that defines state specific operations (Handling pauses, handling the running session information, etcetera)</a:t>
            </a:r>
          </a:p>
          <a:p>
            <a:endParaRPr lang="en-US" dirty="0"/>
          </a:p>
          <a:p>
            <a:r>
              <a:rPr lang="en-US" dirty="0"/>
              <a:t>Lastly, the States themselves, taken by the </a:t>
            </a:r>
            <a:r>
              <a:rPr lang="en-US" dirty="0" err="1"/>
              <a:t>PlayingState</a:t>
            </a:r>
            <a:r>
              <a:rPr lang="en-US" dirty="0"/>
              <a:t>, </a:t>
            </a:r>
            <a:r>
              <a:rPr lang="en-US" dirty="0" err="1"/>
              <a:t>PausedState</a:t>
            </a:r>
            <a:r>
              <a:rPr lang="en-US" dirty="0"/>
              <a:t>, </a:t>
            </a:r>
            <a:r>
              <a:rPr lang="en-US" dirty="0" err="1"/>
              <a:t>LevelUpPausedState</a:t>
            </a:r>
            <a:r>
              <a:rPr lang="en-US" dirty="0"/>
              <a:t>, etcetera, are concrete state subclasses that inherit from </a:t>
            </a:r>
            <a:r>
              <a:rPr lang="en-US" dirty="0" err="1"/>
              <a:t>runstate</a:t>
            </a:r>
            <a:r>
              <a:rPr lang="en-US" dirty="0"/>
              <a:t> and override state-specific behavior. </a:t>
            </a:r>
          </a:p>
          <a:p>
            <a:endParaRPr lang="en-US" dirty="0"/>
          </a:p>
          <a:p>
            <a:endParaRPr lang="en-US" dirty="0"/>
          </a:p>
          <a:p>
            <a:r>
              <a:rPr lang="en-US" dirty="0"/>
              <a:t>Reference: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https://sourcemaking.com/design_patterns/strategy</a:t>
            </a:r>
          </a:p>
          <a:p>
            <a:endParaRPr lang="en-US" i="1" dirty="0"/>
          </a:p>
        </p:txBody>
      </p:sp>
      <p:sp>
        <p:nvSpPr>
          <p:cNvPr id="4" name="Slide Number Placeholder 3"/>
          <p:cNvSpPr>
            <a:spLocks noGrp="1"/>
          </p:cNvSpPr>
          <p:nvPr>
            <p:ph type="sldNum" sz="quarter" idx="5"/>
          </p:nvPr>
        </p:nvSpPr>
        <p:spPr/>
        <p:txBody>
          <a:bodyPr/>
          <a:lstStyle/>
          <a:p>
            <a:fld id="{F74953AE-7FD8-49B0-AD10-EA7197A5E2C7}" type="slidenum">
              <a:rPr lang="en-US" smtClean="0"/>
              <a:t>15</a:t>
            </a:fld>
            <a:endParaRPr lang="en-US"/>
          </a:p>
        </p:txBody>
      </p:sp>
    </p:spTree>
    <p:extLst>
      <p:ext uri="{BB962C8B-B14F-4D97-AF65-F5344CB8AC3E}">
        <p14:creationId xmlns:p14="http://schemas.microsoft.com/office/powerpoint/2010/main" val="27324435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What I’m saying now: ---------------------</a:t>
            </a:r>
          </a:p>
          <a:p>
            <a:r>
              <a:rPr lang="en-US" dirty="0" err="1"/>
              <a:t>RunState</a:t>
            </a:r>
            <a:r>
              <a:rPr lang="en-US" dirty="0"/>
              <a:t> </a:t>
            </a:r>
            <a:r>
              <a:rPr lang="en-US" dirty="0" err="1"/>
              <a:t>rs</a:t>
            </a:r>
            <a:r>
              <a:rPr lang="en-US" dirty="0"/>
              <a:t> = new </a:t>
            </a:r>
            <a:r>
              <a:rPr lang="en-US" dirty="0" err="1"/>
              <a:t>ReadyState</a:t>
            </a:r>
            <a:r>
              <a:rPr lang="en-US" dirty="0"/>
              <a:t>;</a:t>
            </a:r>
          </a:p>
          <a:p>
            <a:endParaRPr lang="en-US" dirty="0"/>
          </a:p>
          <a:p>
            <a:r>
              <a:rPr lang="en-US" dirty="0" err="1"/>
              <a:t>RunState</a:t>
            </a:r>
            <a:r>
              <a:rPr lang="en-US" dirty="0"/>
              <a:t> is the static type. – This “</a:t>
            </a:r>
            <a:r>
              <a:rPr lang="en-US" dirty="0" err="1"/>
              <a:t>rs</a:t>
            </a:r>
            <a:r>
              <a:rPr lang="en-US" dirty="0"/>
              <a:t>” variable will always be a </a:t>
            </a:r>
            <a:r>
              <a:rPr lang="en-US" dirty="0" err="1"/>
              <a:t>RunState</a:t>
            </a:r>
            <a:r>
              <a:rPr lang="en-US" dirty="0"/>
              <a:t>.</a:t>
            </a:r>
          </a:p>
          <a:p>
            <a:r>
              <a:rPr lang="en-US" dirty="0" err="1"/>
              <a:t>ReadyState</a:t>
            </a:r>
            <a:r>
              <a:rPr lang="en-US" dirty="0"/>
              <a:t> is the dynamic type. – It can change while the program is running.</a:t>
            </a:r>
          </a:p>
          <a:p>
            <a:endParaRPr lang="en-US" dirty="0"/>
          </a:p>
          <a:p>
            <a:r>
              <a:rPr lang="en-US" dirty="0"/>
              <a:t>Because Tick is virtual, if you do </a:t>
            </a:r>
            <a:r>
              <a:rPr lang="en-US" dirty="0" err="1"/>
              <a:t>rs.Tick</a:t>
            </a:r>
            <a:r>
              <a:rPr lang="en-US" dirty="0"/>
              <a:t>(), it will run the tick in </a:t>
            </a:r>
            <a:r>
              <a:rPr lang="en-US" dirty="0" err="1"/>
              <a:t>ReadyState</a:t>
            </a:r>
            <a:r>
              <a:rPr lang="en-US" dirty="0"/>
              <a:t>.</a:t>
            </a:r>
          </a:p>
          <a:p>
            <a:endParaRPr lang="en-US" dirty="0"/>
          </a:p>
          <a:p>
            <a:r>
              <a:rPr lang="en-US" dirty="0"/>
              <a:t>-------------------- Notes for the future ---------------------</a:t>
            </a:r>
          </a:p>
          <a:p>
            <a:r>
              <a:rPr lang="en-US" dirty="0"/>
              <a:t>** IN THE ORAL EXAM, WE WILL REMOVE KEYWORDS VIRTUAL AND OVERRIDE **</a:t>
            </a:r>
          </a:p>
          <a:p>
            <a:r>
              <a:rPr lang="en-US" dirty="0"/>
              <a:t>** THAT WILL RUN THE TICK IN RUNSTATE, BASICALLY, WE ARE DISABLING THE OVERRIDES, AND FORCING THE TICK BACK TO THE RUNSTATE **</a:t>
            </a:r>
          </a:p>
          <a:p>
            <a:r>
              <a:rPr lang="en-US" dirty="0"/>
              <a:t> -&gt; Bind based on the static type, so we’ll look for Tick to be defined in the </a:t>
            </a:r>
            <a:r>
              <a:rPr lang="en-US" dirty="0" err="1"/>
              <a:t>statictype</a:t>
            </a:r>
            <a:r>
              <a:rPr lang="en-US" dirty="0"/>
              <a:t>, which is </a:t>
            </a:r>
            <a:r>
              <a:rPr lang="en-US" dirty="0" err="1"/>
              <a:t>RunState</a:t>
            </a:r>
            <a:r>
              <a:rPr lang="en-US" dirty="0"/>
              <a:t>.</a:t>
            </a:r>
          </a:p>
        </p:txBody>
      </p:sp>
      <p:sp>
        <p:nvSpPr>
          <p:cNvPr id="4" name="Slide Number Placeholder 3"/>
          <p:cNvSpPr>
            <a:spLocks noGrp="1"/>
          </p:cNvSpPr>
          <p:nvPr>
            <p:ph type="sldNum" sz="quarter" idx="5"/>
          </p:nvPr>
        </p:nvSpPr>
        <p:spPr/>
        <p:txBody>
          <a:bodyPr/>
          <a:lstStyle/>
          <a:p>
            <a:fld id="{F74953AE-7FD8-49B0-AD10-EA7197A5E2C7}" type="slidenum">
              <a:rPr lang="en-US" smtClean="0"/>
              <a:t>16</a:t>
            </a:fld>
            <a:endParaRPr lang="en-US"/>
          </a:p>
        </p:txBody>
      </p:sp>
    </p:spTree>
    <p:extLst>
      <p:ext uri="{BB962C8B-B14F-4D97-AF65-F5344CB8AC3E}">
        <p14:creationId xmlns:p14="http://schemas.microsoft.com/office/powerpoint/2010/main" val="20820275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run framework initializes and ticks the enemy feature. The director spawns enemies using a difficulty input. An enemy moves toward the player and reports contact damage. On defeat it reports a reward to the XP feature. These are proposed behaviors from the team data flow diagram.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State pattern is visible in this first class diagram. Enemy holds an EnemyState reference and delegates Tick to the current state. ChaseState, AttackState, and DeadState inherit from EnemyState and override behavior. EnemySystem manages enemies and SpawnDirector creates them. The state choices are proposed and should be aligned with the implementation.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Enemy context delegates each frame to its current EnemyState. ChaseState moves toward the player, AttackState applies contact damage, and DeadState reports defeat once. The state transitions are illustrative design choices and should be confirmed with implementation.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Enemy holds a reference typed as EnemyState. Calling state.Tick dynamically dispatches to ChaseState or AttackState based on the concrete object. This is the dynamic binding example associated with the proposed State pattern.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C8E832A1-AE20-595C-6C6A-C6CAD6D72233}"/>
              </a:ext>
            </a:extLst>
          </p:cNvPr>
          <p:cNvPicPr>
            <a:picLocks noChangeAspect="1"/>
          </p:cNvPicPr>
          <p:nvPr/>
        </p:nvPicPr>
        <p:blipFill>
          <a:blip r:embed="rId2">
            <a:extLst>
              <a:ext uri="{28A0092B-C50C-407E-A947-70E740481C1C}">
                <a14:useLocalDpi xmlns:a14="http://schemas.microsoft.com/office/drawing/2010/main" val="0"/>
              </a:ext>
            </a:extLst>
          </a:blip>
          <a:srcRect l="14059" t="1529" r="16895" b="27442"/>
          <a:stretch>
            <a:fillRect/>
          </a:stretch>
        </p:blipFill>
        <p:spPr>
          <a:xfrm flipH="1">
            <a:off x="-27432" y="0"/>
            <a:ext cx="12219432" cy="68657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95259" y="1820486"/>
            <a:ext cx="4800600" cy="2762187"/>
          </a:xfrm>
        </p:spPr>
        <p:txBody>
          <a:bodyPr vert="horz" lIns="91440" tIns="45720" rIns="91440" bIns="45720" rtlCol="0" anchor="b">
            <a:normAutofit/>
          </a:bodyPr>
          <a:lstStyle>
            <a:lvl1pPr>
              <a:defRPr lang="en-US" sz="4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95260" y="4714821"/>
            <a:ext cx="3830874" cy="1496616"/>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0748" y="6465376"/>
            <a:ext cx="2703777" cy="338328"/>
          </a:xfrm>
        </p:spPr>
        <p:txBody>
          <a:bodyPr/>
          <a:lstStyle>
            <a:lvl1pPr>
              <a:defRPr i="1">
                <a:solidFill>
                  <a:schemeClr val="tx1"/>
                </a:solidFill>
              </a:defRPr>
            </a:lvl1pPr>
          </a:lstStyle>
          <a:p>
            <a:r>
              <a:rPr lang="en-US" dirty="0"/>
              <a:t>VAMPIRE SHRIMP – PRESENTED BY:</a:t>
            </a:r>
            <a:endParaRPr lang="en-US" i="1"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645887" y="6473978"/>
            <a:ext cx="1495365" cy="338328"/>
          </a:xfrm>
        </p:spPr>
        <p:txBody>
          <a:bodyPr/>
          <a:lstStyle>
            <a:lvl1pPr algn="r">
              <a:defRPr>
                <a:solidFill>
                  <a:schemeClr val="tx1"/>
                </a:solidFill>
              </a:defRPr>
            </a:lvl1pPr>
          </a:lstStyle>
          <a:p>
            <a:pPr algn="r"/>
            <a:fld id="{C764DE79-268F-4C1A-8933-263129D2AF90}" type="datetimeFigureOut">
              <a:rPr lang="en-US" smtClean="0"/>
              <a:pPr/>
              <a:t>9/23/2026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6017285" y="6473978"/>
            <a:ext cx="555948" cy="338328"/>
          </a:xfrm>
        </p:spPr>
        <p:txBody>
          <a:bodyPr/>
          <a:lstStyle>
            <a:lvl1pPr algn="ctr">
              <a:defRPr>
                <a:solidFill>
                  <a:schemeClr val="tx1"/>
                </a:solidFill>
              </a:defRPr>
            </a:lvl1pPr>
          </a:lstStyle>
          <a:p>
            <a:pPr algn="ctr"/>
            <a:fld id="{48F63A3B-78C7-47BE-AE5E-E10140E04643}" type="slidenum">
              <a:rPr lang="en-US" smtClean="0"/>
              <a:pPr/>
              <a:t>‹#›</a:t>
            </a:fld>
            <a:endParaRPr lang="en-US" dirty="0"/>
          </a:p>
        </p:txBody>
      </p:sp>
      <p:pic>
        <p:nvPicPr>
          <p:cNvPr id="8" name="Picture 7" descr="A pixelated image depicts a red crab with a heart symbol above it.&#10;&#10;AI-generated content may be incorrect.">
            <a:extLst>
              <a:ext uri="{FF2B5EF4-FFF2-40B4-BE49-F238E27FC236}">
                <a16:creationId xmlns:a16="http://schemas.microsoft.com/office/drawing/2014/main" id="{E6E00B97-C652-5282-7257-F491F1963C3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240909" y="45694"/>
            <a:ext cx="900343" cy="900343"/>
          </a:xfrm>
          <a:prstGeom prst="rect">
            <a:avLst/>
          </a:prstGeom>
        </p:spPr>
      </p:pic>
    </p:spTree>
    <p:extLst>
      <p:ext uri="{BB962C8B-B14F-4D97-AF65-F5344CB8AC3E}">
        <p14:creationId xmlns:p14="http://schemas.microsoft.com/office/powerpoint/2010/main" val="2665850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48932" y="6444582"/>
            <a:ext cx="2726376" cy="338328"/>
          </a:xfrm>
        </p:spPr>
        <p:txBody>
          <a:bodyPr/>
          <a:lstStyle>
            <a:lvl1pPr>
              <a:defRPr i="1">
                <a:solidFill>
                  <a:schemeClr val="tx1"/>
                </a:solidFill>
              </a:defRPr>
            </a:lvl1pPr>
          </a:lstStyle>
          <a:p>
            <a:r>
              <a:rPr lang="en-US" dirty="0"/>
              <a:t>Vampire shrimp - Presented by:</a:t>
            </a:r>
            <a:endParaRPr lang="en-US" i="1"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0652311" y="6444582"/>
            <a:ext cx="1485900" cy="338328"/>
          </a:xfrm>
        </p:spPr>
        <p:txBody>
          <a:bodyPr/>
          <a:lstStyle>
            <a:lvl1pPr algn="r">
              <a:defRPr>
                <a:solidFill>
                  <a:schemeClr val="tx1"/>
                </a:solidFill>
              </a:defRPr>
            </a:lvl1pPr>
          </a:lstStyle>
          <a:p>
            <a:pPr algn="r"/>
            <a:fld id="{C764DE79-268F-4C1A-8933-263129D2AF90}" type="datetimeFigureOut">
              <a:rPr lang="en-US" smtClean="0"/>
              <a:pPr/>
              <a:t>9/23/2026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5818026" y="6444582"/>
            <a:ext cx="555948" cy="338328"/>
          </a:xfrm>
        </p:spPr>
        <p:txBody>
          <a:bodyPr/>
          <a:lstStyle>
            <a:lvl1pPr>
              <a:defRPr>
                <a:solidFill>
                  <a:schemeClr val="tx1"/>
                </a:solidFill>
              </a:defRPr>
            </a:lvl1pPr>
          </a:lstStyle>
          <a:p>
            <a:fld id="{48F63A3B-78C7-47BE-AE5E-E10140E04643}" type="slidenum">
              <a:rPr lang="en-US" smtClean="0"/>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A pixelated image depicts a red crab with a heart symbol above it.&#10;&#10;AI-generated content may be incorrect.">
            <a:extLst>
              <a:ext uri="{FF2B5EF4-FFF2-40B4-BE49-F238E27FC236}">
                <a16:creationId xmlns:a16="http://schemas.microsoft.com/office/drawing/2014/main" id="{822FB6E8-84D0-44E6-F4D9-6B60155C1AB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37868" y="75090"/>
            <a:ext cx="900343" cy="900343"/>
          </a:xfrm>
          <a:prstGeom prst="rect">
            <a:avLst/>
          </a:prstGeom>
        </p:spPr>
      </p:pic>
    </p:spTree>
    <p:extLst>
      <p:ext uri="{BB962C8B-B14F-4D97-AF65-F5344CB8AC3E}">
        <p14:creationId xmlns:p14="http://schemas.microsoft.com/office/powerpoint/2010/main" val="46635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pic>
        <p:nvPicPr>
          <p:cNvPr id="7" name="Picture 6" descr="A black circle in a purple and orange color&#10;&#10;AI-generated content may be incorrect.">
            <a:extLst>
              <a:ext uri="{FF2B5EF4-FFF2-40B4-BE49-F238E27FC236}">
                <a16:creationId xmlns:a16="http://schemas.microsoft.com/office/drawing/2014/main" id="{6AC85073-6D22-76C5-C752-C565E9FBCC84}"/>
              </a:ext>
            </a:extLst>
          </p:cNvPr>
          <p:cNvPicPr>
            <a:picLocks noChangeAspect="1"/>
          </p:cNvPicPr>
          <p:nvPr/>
        </p:nvPicPr>
        <p:blipFill>
          <a:blip r:embed="rId2">
            <a:extLst>
              <a:ext uri="{28A0092B-C50C-407E-A947-70E740481C1C}">
                <a14:useLocalDpi xmlns:a14="http://schemas.microsoft.com/office/drawing/2010/main" val="0"/>
              </a:ext>
            </a:extLst>
          </a:blip>
          <a:srcRect l="1146" t="10520" r="14652" b="11508"/>
          <a:stretch>
            <a:fillRect/>
          </a:stretch>
        </p:blipFill>
        <p:spPr>
          <a:xfrm flipH="1">
            <a:off x="-2" y="11899"/>
            <a:ext cx="12192001" cy="6865715"/>
          </a:xfrm>
          <a:prstGeom prst="rect">
            <a:avLst/>
          </a:prstGeom>
        </p:spPr>
      </p:pic>
      <p:sp>
        <p:nvSpPr>
          <p:cNvPr id="9" name="Title 8">
            <a:extLst>
              <a:ext uri="{FF2B5EF4-FFF2-40B4-BE49-F238E27FC236}">
                <a16:creationId xmlns:a16="http://schemas.microsoft.com/office/drawing/2014/main" id="{BF6CFC71-0CC0-F6AB-06FD-5F2DE2587092}"/>
              </a:ext>
            </a:extLst>
          </p:cNvPr>
          <p:cNvSpPr>
            <a:spLocks noGrp="1"/>
          </p:cNvSpPr>
          <p:nvPr>
            <p:ph type="title"/>
          </p:nvPr>
        </p:nvSpPr>
        <p:spPr>
          <a:xfrm>
            <a:off x="420792" y="459253"/>
            <a:ext cx="5658468" cy="2691359"/>
          </a:xfrm>
        </p:spPr>
        <p:txBody>
          <a:bodyPr/>
          <a:lstStyle>
            <a:lvl1pPr>
              <a:defRPr sz="4600"/>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41932924-E87B-08A2-5EE3-BBA69699E24F}"/>
              </a:ext>
            </a:extLst>
          </p:cNvPr>
          <p:cNvSpPr>
            <a:spLocks noGrp="1"/>
          </p:cNvSpPr>
          <p:nvPr>
            <p:ph type="subTitle" idx="1"/>
          </p:nvPr>
        </p:nvSpPr>
        <p:spPr>
          <a:xfrm>
            <a:off x="7362264" y="516600"/>
            <a:ext cx="2593814" cy="162788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19456"/>
            <a:ext cx="2504049" cy="338328"/>
          </a:xfrm>
        </p:spPr>
        <p:txBody>
          <a:bodyPr/>
          <a:lstStyle>
            <a:lvl1pPr>
              <a:defRPr>
                <a:solidFill>
                  <a:schemeClr val="tx1"/>
                </a:solidFill>
              </a:defRPr>
            </a:lvl1pPr>
          </a:lstStyle>
          <a:p>
            <a:r>
              <a:rPr lang="en-US" dirty="0"/>
              <a:t>VAMPIRE SHRIMP – PRESENTED BY:</a:t>
            </a:r>
            <a:endParaRPr lang="en-US" i="1" dirty="0"/>
          </a:p>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19456"/>
            <a:ext cx="1146383" cy="338328"/>
          </a:xfrm>
        </p:spPr>
        <p:txBody>
          <a:bodyPr/>
          <a:lstStyle>
            <a:lvl1pPr>
              <a:defRPr>
                <a:solidFill>
                  <a:schemeClr val="tx1"/>
                </a:solidFill>
              </a:defRPr>
            </a:lvl1pPr>
          </a:lstStyle>
          <a:p>
            <a:fld id="{C764DE79-268F-4C1A-8933-263129D2AF90}" type="datetimeFigureOut">
              <a:rPr lang="en-US" smtClean="0"/>
              <a:t>9/23/2026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48F63A3B-78C7-47BE-AE5E-E10140E04643}" type="slidenum">
              <a:rPr lang="en-US" smtClean="0"/>
              <a:t>‹#›</a:t>
            </a:fld>
            <a:endParaRPr lang="en-US"/>
          </a:p>
        </p:txBody>
      </p:sp>
      <p:pic>
        <p:nvPicPr>
          <p:cNvPr id="3" name="Picture 2" descr="A pixelated image depicts a red crab with a heart symbol above it.&#10;&#10;AI-generated content may be incorrect.">
            <a:extLst>
              <a:ext uri="{FF2B5EF4-FFF2-40B4-BE49-F238E27FC236}">
                <a16:creationId xmlns:a16="http://schemas.microsoft.com/office/drawing/2014/main" id="{321689A2-8C7D-328C-C8A6-321F49158DE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240909" y="45694"/>
            <a:ext cx="900343" cy="900343"/>
          </a:xfrm>
          <a:prstGeom prst="rect">
            <a:avLst/>
          </a:prstGeom>
        </p:spPr>
      </p:pic>
    </p:spTree>
    <p:extLst>
      <p:ext uri="{BB962C8B-B14F-4D97-AF65-F5344CB8AC3E}">
        <p14:creationId xmlns:p14="http://schemas.microsoft.com/office/powerpoint/2010/main" val="2250643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dirty="0"/>
              <a:t>   </a:t>
            </a:r>
          </a:p>
        </p:txBody>
      </p:sp>
      <p:sp>
        <p:nvSpPr>
          <p:cNvPr id="15" name="Title 14">
            <a:extLst>
              <a:ext uri="{FF2B5EF4-FFF2-40B4-BE49-F238E27FC236}">
                <a16:creationId xmlns:a16="http://schemas.microsoft.com/office/drawing/2014/main" id="{7EB34FF5-770C-AA64-B806-5D6DED71138A}"/>
              </a:ext>
            </a:extLst>
          </p:cNvPr>
          <p:cNvSpPr>
            <a:spLocks noGrp="1"/>
          </p:cNvSpPr>
          <p:nvPr>
            <p:ph type="title"/>
          </p:nvPr>
        </p:nvSpPr>
        <p:spPr>
          <a:xfrm>
            <a:off x="0" y="4463843"/>
            <a:ext cx="12188952" cy="2394157"/>
          </a:xfrm>
          <a:gradFill>
            <a:gsLst>
              <a:gs pos="31000">
                <a:srgbClr val="000000">
                  <a:alpha val="30000"/>
                </a:srgbClr>
              </a:gs>
              <a:gs pos="87000">
                <a:srgbClr val="000000">
                  <a:alpha val="60000"/>
                </a:srgbClr>
              </a:gs>
              <a:gs pos="0">
                <a:srgbClr val="000000">
                  <a:alpha val="0"/>
                </a:srgbClr>
              </a:gs>
            </a:gsLst>
            <a:lin ang="5400000" scaled="0"/>
          </a:gradFill>
        </p:spPr>
        <p:txBody>
          <a:bodyPr lIns="502920" tIns="0" rIns="5029200" bIns="365760" anchor="b"/>
          <a:lstStyle>
            <a:lvl1pPr>
              <a:defRPr sz="4000">
                <a:solidFill>
                  <a:schemeClr val="tx1"/>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49132BB0-A42B-7355-8046-F22B2344C64F}"/>
              </a:ext>
            </a:extLst>
          </p:cNvPr>
          <p:cNvSpPr>
            <a:spLocks noGrp="1"/>
          </p:cNvSpPr>
          <p:nvPr>
            <p:ph type="subTitle" idx="1"/>
          </p:nvPr>
        </p:nvSpPr>
        <p:spPr>
          <a:xfrm>
            <a:off x="8801099" y="4463843"/>
            <a:ext cx="3387853" cy="2394157"/>
          </a:xfrm>
        </p:spPr>
        <p:txBody>
          <a:bodyPr vert="horz" lIns="137160" tIns="365760" rIns="0" bIns="457200" rtlCol="0" anchor="b">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37656" y="219456"/>
            <a:ext cx="2740616" cy="365760"/>
          </a:xfrm>
        </p:spPr>
        <p:txBody>
          <a:bodyPr/>
          <a:lstStyle>
            <a:lvl1pPr>
              <a:defRPr>
                <a:solidFill>
                  <a:schemeClr val="tx1"/>
                </a:solidFill>
              </a:defRPr>
            </a:lvl1pPr>
          </a:lstStyle>
          <a:p>
            <a:endParaRPr lang="en-US"/>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66095" y="219456"/>
            <a:ext cx="1957990" cy="365760"/>
          </a:xfrm>
        </p:spPr>
        <p:txBody>
          <a:bodyPr/>
          <a:lstStyle>
            <a:lvl1pPr>
              <a:defRPr>
                <a:solidFill>
                  <a:schemeClr val="tx1"/>
                </a:solidFill>
              </a:defRPr>
            </a:lvl1pPr>
          </a:lstStyle>
          <a:p>
            <a:fld id="{C764DE79-268F-4C1A-8933-263129D2AF90}" type="datetimeFigureOut">
              <a:rPr lang="en-US" smtClean="0"/>
              <a:t>9/23/2026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9456"/>
            <a:ext cx="448805" cy="365760"/>
          </a:xfrm>
        </p:spPr>
        <p:txBody>
          <a:bodyPr/>
          <a:lstStyle>
            <a:lvl1pPr>
              <a:defRPr>
                <a:solidFill>
                  <a:schemeClr val="tx1"/>
                </a:solidFill>
              </a:defRPr>
            </a:lvl1pPr>
          </a:lstStyle>
          <a:p>
            <a:fld id="{48F63A3B-78C7-47BE-AE5E-E10140E04643}" type="slidenum">
              <a:rPr lang="en-US" smtClean="0"/>
              <a:t>‹#›</a:t>
            </a:fld>
            <a:endParaRPr lang="en-US"/>
          </a:p>
        </p:txBody>
      </p:sp>
      <p:pic>
        <p:nvPicPr>
          <p:cNvPr id="3" name="Picture 2" descr="A pixelated image depicts a red crab with a heart symbol above it.&#10;&#10;AI-generated content may be incorrect.">
            <a:extLst>
              <a:ext uri="{FF2B5EF4-FFF2-40B4-BE49-F238E27FC236}">
                <a16:creationId xmlns:a16="http://schemas.microsoft.com/office/drawing/2014/main" id="{F2540F7B-9C8C-BC17-7ECD-EC548C14E11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240909" y="45694"/>
            <a:ext cx="900343" cy="900343"/>
          </a:xfrm>
          <a:prstGeom prst="rect">
            <a:avLst/>
          </a:prstGeom>
        </p:spPr>
      </p:pic>
    </p:spTree>
    <p:extLst>
      <p:ext uri="{BB962C8B-B14F-4D97-AF65-F5344CB8AC3E}">
        <p14:creationId xmlns:p14="http://schemas.microsoft.com/office/powerpoint/2010/main" val="186728469"/>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10" name="Picture 9" descr="A close up of a colorful background&#10;&#10;AI-generated content may be incorrect.">
            <a:extLst>
              <a:ext uri="{FF2B5EF4-FFF2-40B4-BE49-F238E27FC236}">
                <a16:creationId xmlns:a16="http://schemas.microsoft.com/office/drawing/2014/main" id="{6F838A51-B977-1664-089F-3B2250DFEF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81172"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dirty="0"/>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1100" y="219456"/>
            <a:ext cx="1913256" cy="338328"/>
          </a:xfrm>
        </p:spPr>
        <p:txBody>
          <a:bodyPr/>
          <a:lstStyle>
            <a:lvl1pPr>
              <a:defRPr>
                <a:solidFill>
                  <a:schemeClr val="tx1"/>
                </a:solidFill>
              </a:defRPr>
            </a:lvl1pPr>
          </a:lstStyle>
          <a:p>
            <a:fld id="{C764DE79-268F-4C1A-8933-263129D2AF90}" type="datetimeFigureOut">
              <a:rPr lang="en-US" smtClean="0"/>
              <a:t>9/23/2026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48F63A3B-78C7-47BE-AE5E-E10140E04643}" type="slidenum">
              <a:rPr lang="en-US" smtClean="0"/>
              <a:t>‹#›</a:t>
            </a:fld>
            <a:endParaRPr lang="en-US"/>
          </a:p>
        </p:txBody>
      </p:sp>
      <p:pic>
        <p:nvPicPr>
          <p:cNvPr id="7" name="Picture 6" descr="A pixelated image depicts a red crab with a heart symbol above it.&#10;&#10;AI-generated content may be incorrect.">
            <a:extLst>
              <a:ext uri="{FF2B5EF4-FFF2-40B4-BE49-F238E27FC236}">
                <a16:creationId xmlns:a16="http://schemas.microsoft.com/office/drawing/2014/main" id="{C80A5515-FEF1-49D4-C7D3-4ABC48CC668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240909" y="51670"/>
            <a:ext cx="900343" cy="900343"/>
          </a:xfrm>
          <a:prstGeom prst="rect">
            <a:avLst/>
          </a:prstGeom>
        </p:spPr>
      </p:pic>
    </p:spTree>
    <p:extLst>
      <p:ext uri="{BB962C8B-B14F-4D97-AF65-F5344CB8AC3E}">
        <p14:creationId xmlns:p14="http://schemas.microsoft.com/office/powerpoint/2010/main" val="4030087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black background with a purple and orange light&#10;&#10;AI-generated content may be incorrect.">
            <a:extLst>
              <a:ext uri="{FF2B5EF4-FFF2-40B4-BE49-F238E27FC236}">
                <a16:creationId xmlns:a16="http://schemas.microsoft.com/office/drawing/2014/main" id="{D09BF41B-6D10-9A6E-03E4-5E7320A61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2"/>
            <a:ext cx="12192000" cy="2869093"/>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8" y="2138776"/>
            <a:ext cx="6433266" cy="1962149"/>
          </a:xfrm>
        </p:spPr>
        <p:txBody>
          <a:bodyPr anchor="t">
            <a:normAutofit/>
          </a:bodyPr>
          <a:lstStyle>
            <a:lvl1pPr>
              <a:defRPr sz="8800" baseline="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353300" y="214858"/>
            <a:ext cx="1485900" cy="338328"/>
          </a:xfrm>
        </p:spPr>
        <p:txBody>
          <a:bodyPr/>
          <a:lstStyle>
            <a:lvl1pPr>
              <a:defRPr>
                <a:solidFill>
                  <a:schemeClr val="tx1"/>
                </a:solidFill>
              </a:defRPr>
            </a:lvl1pPr>
          </a:lstStyle>
          <a:p>
            <a:fld id="{C764DE79-268F-4C1A-8933-263129D2AF90}" type="datetimeFigureOut">
              <a:rPr lang="en-US" smtClean="0"/>
              <a:t>9/23/2026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48F63A3B-78C7-47BE-AE5E-E10140E04643}"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353301" y="2138776"/>
            <a:ext cx="3718420" cy="4109624"/>
          </a:xfrm>
        </p:spPr>
        <p:txBody>
          <a:bodyPr vert="horz" lIns="91440" tIns="45720" rIns="91440" bIns="45720" rtlCol="0" anchor="t">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descr="A pixelated image depicts a red crab with a heart symbol above it.&#10;&#10;AI-generated content may be incorrect.">
            <a:extLst>
              <a:ext uri="{FF2B5EF4-FFF2-40B4-BE49-F238E27FC236}">
                <a16:creationId xmlns:a16="http://schemas.microsoft.com/office/drawing/2014/main" id="{11595D47-0D5A-29FA-F903-B29EFBDEBBA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240909" y="45694"/>
            <a:ext cx="900343" cy="900343"/>
          </a:xfrm>
          <a:prstGeom prst="rect">
            <a:avLst/>
          </a:prstGeom>
        </p:spPr>
      </p:pic>
    </p:spTree>
    <p:extLst>
      <p:ext uri="{BB962C8B-B14F-4D97-AF65-F5344CB8AC3E}">
        <p14:creationId xmlns:p14="http://schemas.microsoft.com/office/powerpoint/2010/main" val="3461955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Pr>
        <a:solidFill>
          <a:srgbClr val="09090C"/>
        </a:solidFill>
        <a:effectLst/>
      </p:bgPr>
    </p:bg>
    <p:spTree>
      <p:nvGrpSpPr>
        <p:cNvPr id="1" name=""/>
        <p:cNvGrpSpPr/>
        <p:nvPr/>
      </p:nvGrpSpPr>
      <p:grpSpPr>
        <a:xfrm>
          <a:off x="0" y="0"/>
          <a:ext cx="0" cy="0"/>
          <a:chOff x="0" y="0"/>
          <a:chExt cx="0" cy="0"/>
        </a:xfrm>
      </p:grpSpPr>
      <p:pic>
        <p:nvPicPr>
          <p:cNvPr id="6" name="Picture 5" descr="A black background with a red and yellow light&#10;&#10;AI-generated content may be incorrect.">
            <a:extLst>
              <a:ext uri="{FF2B5EF4-FFF2-40B4-BE49-F238E27FC236}">
                <a16:creationId xmlns:a16="http://schemas.microsoft.com/office/drawing/2014/main" id="{BD349A90-08FB-AFC0-8649-56404DF7B8C2}"/>
              </a:ext>
            </a:extLst>
          </p:cNvPr>
          <p:cNvPicPr>
            <a:picLocks noChangeAspect="1"/>
          </p:cNvPicPr>
          <p:nvPr/>
        </p:nvPicPr>
        <p:blipFill>
          <a:blip r:embed="rId2">
            <a:extLst>
              <a:ext uri="{28A0092B-C50C-407E-A947-70E740481C1C}">
                <a14:useLocalDpi xmlns:a14="http://schemas.microsoft.com/office/drawing/2010/main" val="0"/>
              </a:ext>
            </a:extLst>
          </a:blip>
          <a:srcRect b="36109"/>
          <a:stretch>
            <a:fillRect/>
          </a:stretch>
        </p:blipFill>
        <p:spPr>
          <a:xfrm rot="10800000" flipH="1">
            <a:off x="-9982" y="2555751"/>
            <a:ext cx="12192000" cy="4343908"/>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90852" y="3481713"/>
            <a:ext cx="5496426" cy="2092272"/>
          </a:xfrm>
        </p:spPr>
        <p:txBody>
          <a:bodyPr anchor="t">
            <a:normAutofit/>
          </a:bodyPr>
          <a:lstStyle>
            <a:lvl1pPr>
              <a:defRPr sz="7600">
                <a:solidFill>
                  <a:schemeClr val="tx1"/>
                </a:solidFill>
              </a:defRPr>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743EA2DD-B019-E3AA-ACB7-13CC3353E8D4}"/>
              </a:ext>
            </a:extLst>
          </p:cNvPr>
          <p:cNvSpPr>
            <a:spLocks noGrp="1"/>
          </p:cNvSpPr>
          <p:nvPr>
            <p:ph type="pic" sz="quarter" idx="14" hasCustomPrompt="1"/>
          </p:nvPr>
        </p:nvSpPr>
        <p:spPr>
          <a:xfrm>
            <a:off x="0" y="0"/>
            <a:ext cx="12192000" cy="2555751"/>
          </a:xfrm>
          <a:blipFill>
            <a:blip r:embed="rId3">
              <a:alphaModFix amt="65000"/>
            </a:blip>
            <a:stretch>
              <a:fillRect/>
            </a:stretch>
          </a:blipFill>
        </p:spPr>
        <p:txBody>
          <a:bodyPr/>
          <a:lstStyle>
            <a:lvl1pPr>
              <a:defRPr>
                <a:solidFill>
                  <a:schemeClr val="tx1"/>
                </a:solidFill>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33660" y="2734068"/>
            <a:ext cx="2727331" cy="338328"/>
          </a:xfrm>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85567" y="2734068"/>
            <a:ext cx="1586711" cy="338328"/>
          </a:xfrm>
        </p:spPr>
        <p:txBody>
          <a:bodyPr/>
          <a:lstStyle>
            <a:lvl1pPr>
              <a:defRPr>
                <a:solidFill>
                  <a:schemeClr val="tx1"/>
                </a:solidFill>
              </a:defRPr>
            </a:lvl1pPr>
          </a:lstStyle>
          <a:p>
            <a:fld id="{C764DE79-268F-4C1A-8933-263129D2AF90}" type="datetimeFigureOut">
              <a:rPr lang="en-US" smtClean="0"/>
              <a:t>9/23/2026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316614" y="2734068"/>
            <a:ext cx="526695" cy="338328"/>
          </a:xfrm>
        </p:spPr>
        <p:txBody>
          <a:bodyPr/>
          <a:lstStyle>
            <a:lvl1pPr>
              <a:defRPr>
                <a:solidFill>
                  <a:schemeClr val="tx1"/>
                </a:solidFill>
              </a:defRPr>
            </a:lvl1pPr>
          </a:lstStyle>
          <a:p>
            <a:fld id="{48F63A3B-78C7-47BE-AE5E-E10140E04643}"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85567" y="3481713"/>
            <a:ext cx="3916103" cy="2765887"/>
          </a:xfrm>
        </p:spPr>
        <p:txBody>
          <a:bodyPr vert="horz" lIns="91440" tIns="45720" rIns="91440" bIns="45720" rtlCol="0">
            <a:normAutofit/>
          </a:bodyPr>
          <a:lstStyle>
            <a:lvl1pPr marL="342900" indent="-342900">
              <a:lnSpc>
                <a:spcPct val="130000"/>
              </a:lnSpc>
              <a:buFont typeface="+mj-lt"/>
              <a:buAutoNum type="arabicPeriod"/>
              <a:defRPr lang="en-US" sz="1400" dirty="0">
                <a:solidFill>
                  <a:schemeClr val="tx1"/>
                </a:solidFill>
              </a:defRPr>
            </a:lvl1pPr>
            <a:lvl2pPr marL="571500" indent="-342900">
              <a:lnSpc>
                <a:spcPct val="130000"/>
              </a:lnSpc>
              <a:buFont typeface="+mj-lt"/>
              <a:buAutoNum type="arabicPeriod"/>
              <a:defRPr lang="en-US" sz="1400" dirty="0">
                <a:solidFill>
                  <a:schemeClr val="tx1"/>
                </a:solidFill>
              </a:defRPr>
            </a:lvl2pPr>
            <a:lvl3pPr marL="800100" indent="-342900">
              <a:lnSpc>
                <a:spcPct val="130000"/>
              </a:lnSpc>
              <a:buFont typeface="+mj-lt"/>
              <a:buAutoNum type="arabicPeriod"/>
              <a:defRPr lang="en-US" sz="1400" dirty="0">
                <a:solidFill>
                  <a:schemeClr val="tx1"/>
                </a:solidFill>
              </a:defRPr>
            </a:lvl3pPr>
            <a:lvl4pPr>
              <a:lnSpc>
                <a:spcPct val="130000"/>
              </a:lnSpc>
              <a:buFont typeface="+mj-lt"/>
              <a:buAutoNum type="arabicPeriod"/>
              <a:defRPr lang="en-US" sz="1400" dirty="0">
                <a:solidFill>
                  <a:schemeClr val="tx1"/>
                </a:solidFill>
              </a:defRPr>
            </a:lvl4pPr>
            <a:lvl5pPr>
              <a:lnSpc>
                <a:spcPct val="130000"/>
              </a:lnSpc>
              <a:buFont typeface="+mj-lt"/>
              <a:buAutoNum type="arabicPeriod"/>
              <a:defRPr lang="en-US" sz="1400" dirty="0">
                <a:solidFill>
                  <a:schemeClr val="tx1"/>
                </a:solidFill>
              </a:defRPr>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endParaRPr lang="en-US" dirty="0"/>
          </a:p>
        </p:txBody>
      </p:sp>
      <p:pic>
        <p:nvPicPr>
          <p:cNvPr id="10" name="Picture 9" descr="A pixelated image depicts a red crab with a heart symbol above it.&#10;&#10;AI-generated content may be incorrect.">
            <a:extLst>
              <a:ext uri="{FF2B5EF4-FFF2-40B4-BE49-F238E27FC236}">
                <a16:creationId xmlns:a16="http://schemas.microsoft.com/office/drawing/2014/main" id="{DE40511C-84B5-03BF-136C-193FCD34AFF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240909" y="45694"/>
            <a:ext cx="900343" cy="900343"/>
          </a:xfrm>
          <a:prstGeom prst="rect">
            <a:avLst/>
          </a:prstGeom>
        </p:spPr>
      </p:pic>
    </p:spTree>
    <p:extLst>
      <p:ext uri="{BB962C8B-B14F-4D97-AF65-F5344CB8AC3E}">
        <p14:creationId xmlns:p14="http://schemas.microsoft.com/office/powerpoint/2010/main" val="13896818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pic>
        <p:nvPicPr>
          <p:cNvPr id="23" name="Picture 22" descr="A purple and black background&#10;&#10;AI-generated content may be incorrect.">
            <a:extLst>
              <a:ext uri="{FF2B5EF4-FFF2-40B4-BE49-F238E27FC236}">
                <a16:creationId xmlns:a16="http://schemas.microsoft.com/office/drawing/2014/main" id="{518E8C82-2B1B-76C7-A67D-099AEEEAD0DA}"/>
              </a:ext>
            </a:extLst>
          </p:cNvPr>
          <p:cNvPicPr>
            <a:picLocks noChangeAspect="1"/>
          </p:cNvPicPr>
          <p:nvPr/>
        </p:nvPicPr>
        <p:blipFill>
          <a:blip r:embed="rId2">
            <a:extLst>
              <a:ext uri="{28A0092B-C50C-407E-A947-70E740481C1C}">
                <a14:useLocalDpi xmlns:a14="http://schemas.microsoft.com/office/drawing/2010/main" val="0"/>
              </a:ext>
            </a:extLst>
          </a:blip>
          <a:srcRect l="11509"/>
          <a:stretch>
            <a:fillRect/>
          </a:stretch>
        </p:blipFill>
        <p:spPr>
          <a:xfrm>
            <a:off x="6324601" y="1"/>
            <a:ext cx="5881254"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18851" y="1276990"/>
            <a:ext cx="5378267" cy="985658"/>
          </a:xfrm>
        </p:spPr>
        <p:txBody>
          <a:bodyPr anchor="b"/>
          <a:lstStyle>
            <a:lvl1pPr>
              <a:defRPr>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8801100" y="214858"/>
            <a:ext cx="1941840" cy="338328"/>
          </a:xfrm>
        </p:spPr>
        <p:txBody>
          <a:bodyPr/>
          <a:lstStyle>
            <a:lvl1pPr>
              <a:defRPr>
                <a:solidFill>
                  <a:schemeClr val="tx1"/>
                </a:solidFill>
              </a:defRPr>
            </a:lvl1pPr>
          </a:lstStyle>
          <a:p>
            <a:fld id="{C764DE79-268F-4C1A-8933-263129D2AF90}" type="datetimeFigureOut">
              <a:rPr lang="en-US" smtClean="0"/>
              <a:t>9/23/2026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0295" y="214858"/>
            <a:ext cx="555948" cy="338328"/>
          </a:xfrm>
        </p:spPr>
        <p:txBody>
          <a:bodyPr/>
          <a:lstStyle>
            <a:lvl1pPr>
              <a:defRPr>
                <a:solidFill>
                  <a:schemeClr val="tx1"/>
                </a:solidFill>
              </a:defRPr>
            </a:lvl1pPr>
          </a:lstStyle>
          <a:p>
            <a:fld id="{48F63A3B-78C7-47BE-AE5E-E10140E04643}" type="slidenum">
              <a:rPr lang="en-US" smtClean="0"/>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27477" y="2471736"/>
            <a:ext cx="5378268" cy="366273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A pixelated image depicts a red crab with a heart symbol above it.&#10;&#10;AI-generated content may be incorrect.">
            <a:extLst>
              <a:ext uri="{FF2B5EF4-FFF2-40B4-BE49-F238E27FC236}">
                <a16:creationId xmlns:a16="http://schemas.microsoft.com/office/drawing/2014/main" id="{8B102374-C7D7-205C-D6A4-AD3BD8F6EC0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240909" y="45694"/>
            <a:ext cx="900343" cy="900343"/>
          </a:xfrm>
          <a:prstGeom prst="rect">
            <a:avLst/>
          </a:prstGeom>
        </p:spPr>
      </p:pic>
    </p:spTree>
    <p:extLst>
      <p:ext uri="{BB962C8B-B14F-4D97-AF65-F5344CB8AC3E}">
        <p14:creationId xmlns:p14="http://schemas.microsoft.com/office/powerpoint/2010/main" val="521125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bg>
      <p:bgPr>
        <a:solidFill>
          <a:srgbClr val="09090C"/>
        </a:solidFill>
        <a:effectLst/>
      </p:bgPr>
    </p:bg>
    <p:spTree>
      <p:nvGrpSpPr>
        <p:cNvPr id="1" name=""/>
        <p:cNvGrpSpPr/>
        <p:nvPr/>
      </p:nvGrpSpPr>
      <p:grpSpPr>
        <a:xfrm>
          <a:off x="0" y="0"/>
          <a:ext cx="0" cy="0"/>
          <a:chOff x="0" y="0"/>
          <a:chExt cx="0" cy="0"/>
        </a:xfrm>
      </p:grpSpPr>
      <p:pic>
        <p:nvPicPr>
          <p:cNvPr id="9" name="Picture 8" descr="A black background with a purple and orange light&#10;&#10;AI-generated content may be incorrect.">
            <a:extLst>
              <a:ext uri="{FF2B5EF4-FFF2-40B4-BE49-F238E27FC236}">
                <a16:creationId xmlns:a16="http://schemas.microsoft.com/office/drawing/2014/main" id="{E41EB56E-DF88-E5AB-35AF-891395DCDB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4406900"/>
            <a:ext cx="9144000" cy="24511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9" y="1886712"/>
            <a:ext cx="3507989" cy="3233928"/>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19100" y="208394"/>
            <a:ext cx="2532118"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867400" y="208394"/>
            <a:ext cx="2017548" cy="338328"/>
          </a:xfrm>
        </p:spPr>
        <p:txBody>
          <a:bodyPr/>
          <a:lstStyle>
            <a:lvl1pPr>
              <a:defRPr>
                <a:solidFill>
                  <a:schemeClr val="tx1"/>
                </a:solidFill>
              </a:defRPr>
            </a:lvl1pPr>
          </a:lstStyle>
          <a:p>
            <a:fld id="{C764DE79-268F-4C1A-8933-263129D2AF90}" type="datetimeFigureOut">
              <a:rPr lang="en-US" smtClean="0"/>
              <a:t>9/23/2026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6588" y="208394"/>
            <a:ext cx="553156" cy="338328"/>
          </a:xfrm>
        </p:spPr>
        <p:txBody>
          <a:bodyPr/>
          <a:lstStyle>
            <a:lvl1pPr>
              <a:defRPr>
                <a:solidFill>
                  <a:schemeClr val="tx1"/>
                </a:solidFill>
              </a:defRPr>
            </a:lvl1pPr>
          </a:lstStyle>
          <a:p>
            <a:fld id="{48F63A3B-78C7-47BE-AE5E-E10140E04643}" type="slidenum">
              <a:rPr lang="en-US" smtClean="0"/>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867401" y="1886712"/>
            <a:ext cx="4495800" cy="3233928"/>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descr="A pixelated image depicts a red crab with a heart symbol above it.&#10;&#10;AI-generated content may be incorrect.">
            <a:extLst>
              <a:ext uri="{FF2B5EF4-FFF2-40B4-BE49-F238E27FC236}">
                <a16:creationId xmlns:a16="http://schemas.microsoft.com/office/drawing/2014/main" id="{C0C375D6-F8A0-5783-1930-94C437AFDA7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240909" y="45694"/>
            <a:ext cx="900343" cy="900343"/>
          </a:xfrm>
          <a:prstGeom prst="rect">
            <a:avLst/>
          </a:prstGeom>
        </p:spPr>
      </p:pic>
    </p:spTree>
    <p:extLst>
      <p:ext uri="{BB962C8B-B14F-4D97-AF65-F5344CB8AC3E}">
        <p14:creationId xmlns:p14="http://schemas.microsoft.com/office/powerpoint/2010/main" val="3330863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8436" y="1115568"/>
            <a:ext cx="2505264" cy="1624122"/>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74064" y="215823"/>
            <a:ext cx="1485900" cy="338328"/>
          </a:xfrm>
        </p:spPr>
        <p:txBody>
          <a:bodyPr/>
          <a:lstStyle>
            <a:lvl1pPr>
              <a:defRPr>
                <a:solidFill>
                  <a:schemeClr val="tx1"/>
                </a:solidFill>
                <a:effectLst/>
              </a:defRPr>
            </a:lvl1pPr>
          </a:lstStyle>
          <a:p>
            <a:fld id="{C764DE79-268F-4C1A-8933-263129D2AF90}" type="datetimeFigureOut">
              <a:rPr lang="en-US" smtClean="0"/>
              <a:t>9/23/2026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8242" y="215823"/>
            <a:ext cx="549272" cy="338328"/>
          </a:xfrm>
        </p:spPr>
        <p:txBody>
          <a:bodyPr/>
          <a:lstStyle/>
          <a:p>
            <a:fld id="{48F63A3B-78C7-47BE-AE5E-E10140E04643}"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8436" y="3028523"/>
            <a:ext cx="2505264" cy="3410378"/>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3374064" y="1181100"/>
            <a:ext cx="8817936" cy="5676900"/>
          </a:xfrm>
          <a:blipFill>
            <a:blip r:embed="rId2">
              <a:alphaModFix amt="65000"/>
            </a:blip>
            <a:stretch>
              <a:fillRect/>
            </a:stretch>
          </a:blipFill>
        </p:spPr>
        <p:txBody>
          <a:bodyPr/>
          <a:lstStyle>
            <a:lvl1pPr>
              <a:defRPr/>
            </a:lvl1pPr>
          </a:lstStyle>
          <a:p>
            <a:r>
              <a:rPr lang="en-US" dirty="0"/>
              <a:t>   </a:t>
            </a:r>
          </a:p>
        </p:txBody>
      </p:sp>
      <p:pic>
        <p:nvPicPr>
          <p:cNvPr id="4" name="Picture 3" descr="A pixelated image depicts a red crab with a heart symbol above it.&#10;&#10;AI-generated content may be incorrect.">
            <a:extLst>
              <a:ext uri="{FF2B5EF4-FFF2-40B4-BE49-F238E27FC236}">
                <a16:creationId xmlns:a16="http://schemas.microsoft.com/office/drawing/2014/main" id="{BEE50756-4B88-DFC9-7FEE-BC49B669B3E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240909" y="45694"/>
            <a:ext cx="900343" cy="900343"/>
          </a:xfrm>
          <a:prstGeom prst="rect">
            <a:avLst/>
          </a:prstGeom>
        </p:spPr>
      </p:pic>
    </p:spTree>
    <p:extLst>
      <p:ext uri="{BB962C8B-B14F-4D97-AF65-F5344CB8AC3E}">
        <p14:creationId xmlns:p14="http://schemas.microsoft.com/office/powerpoint/2010/main" val="3020875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4000500" cy="1352516"/>
          </a:xfrm>
        </p:spPr>
        <p:txBody>
          <a:bodyPr anchor="t">
            <a:normAutofit/>
          </a:bodyPr>
          <a:lstStyle>
            <a:lvl1pPr>
              <a:defRPr sz="30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19456"/>
            <a:ext cx="2727930"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7899" y="219456"/>
            <a:ext cx="1747774" cy="338328"/>
          </a:xfrm>
        </p:spPr>
        <p:txBody>
          <a:bodyPr/>
          <a:lstStyle/>
          <a:p>
            <a:fld id="{C764DE79-268F-4C1A-8933-263129D2AF90}" type="datetimeFigureOut">
              <a:rPr lang="en-US" smtClean="0"/>
              <a:t>9/23/2026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3948" y="216280"/>
            <a:ext cx="551113" cy="338328"/>
          </a:xfrm>
        </p:spPr>
        <p:txBody>
          <a:bodyPr/>
          <a:lstStyle/>
          <a:p>
            <a:fld id="{48F63A3B-78C7-47BE-AE5E-E10140E04643}"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7899" y="1104900"/>
            <a:ext cx="6925002" cy="1352516"/>
          </a:xfrm>
        </p:spPr>
        <p:txBody>
          <a:bodyPr>
            <a:normAutofit/>
          </a:bodyPr>
          <a:lstStyle>
            <a:lvl1pPr marL="285750" indent="-285750">
              <a:buFont typeface="Arial" panose="020B0604020202020204" pitchFamily="34" charset="0"/>
              <a:buNone/>
              <a:defRPr sz="1400"/>
            </a:lvl1pPr>
            <a:lvl2pPr marL="514350" indent="-285750">
              <a:buFont typeface="Arial" panose="020B0604020202020204" pitchFamily="34" charset="0"/>
              <a:buNone/>
              <a:defRPr sz="1400"/>
            </a:lvl2pPr>
            <a:lvl3pPr marL="742950" indent="-285750">
              <a:buFont typeface="Arial" panose="020B0604020202020204" pitchFamily="34" charset="0"/>
              <a:buNone/>
              <a:defRPr sz="1400"/>
            </a:lvl3pPr>
            <a:lvl4pPr marL="857250" indent="-171450">
              <a:buFont typeface="Arial" panose="020B0604020202020204" pitchFamily="34" charset="0"/>
              <a:buNone/>
              <a:defRPr sz="1400"/>
            </a:lvl4pPr>
            <a:lvl5pPr marL="1085850" indent="-17145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2">
            <a:extLst>
              <a:ext uri="{FF2B5EF4-FFF2-40B4-BE49-F238E27FC236}">
                <a16:creationId xmlns:a16="http://schemas.microsoft.com/office/drawing/2014/main" id="{C346877B-7C99-D26C-DFEC-72A4289A8FAC}"/>
              </a:ext>
            </a:extLst>
          </p:cNvPr>
          <p:cNvSpPr>
            <a:spLocks noGrp="1"/>
          </p:cNvSpPr>
          <p:nvPr>
            <p:ph type="pic" sz="quarter" idx="15" hasCustomPrompt="1"/>
          </p:nvPr>
        </p:nvSpPr>
        <p:spPr>
          <a:xfrm>
            <a:off x="0" y="2938509"/>
            <a:ext cx="12192000" cy="3919491"/>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pic>
        <p:nvPicPr>
          <p:cNvPr id="9" name="Picture 8" descr="A pixelated image depicts a red crab with a heart symbol above it.&#10;&#10;AI-generated content may be incorrect.">
            <a:extLst>
              <a:ext uri="{FF2B5EF4-FFF2-40B4-BE49-F238E27FC236}">
                <a16:creationId xmlns:a16="http://schemas.microsoft.com/office/drawing/2014/main" id="{B40582F2-5094-426A-AD38-9BD8A909056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240909" y="45694"/>
            <a:ext cx="900343" cy="900343"/>
          </a:xfrm>
          <a:prstGeom prst="rect">
            <a:avLst/>
          </a:prstGeom>
        </p:spPr>
      </p:pic>
    </p:spTree>
    <p:extLst>
      <p:ext uri="{BB962C8B-B14F-4D97-AF65-F5344CB8AC3E}">
        <p14:creationId xmlns:p14="http://schemas.microsoft.com/office/powerpoint/2010/main" val="41847603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2514600" cy="2918919"/>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514600" cy="338328"/>
          </a:xfrm>
        </p:spPr>
        <p:txBody>
          <a:bodyPr/>
          <a:lstStyle>
            <a:lvl1pPr>
              <a:defRPr>
                <a:solidFill>
                  <a:schemeClr val="tx1"/>
                </a:solidFill>
                <a:effectLst/>
              </a:defRPr>
            </a:lvl1pPr>
          </a:lstStyle>
          <a:p>
            <a:endParaRPr lang="en-US"/>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3423747" y="0"/>
            <a:ext cx="8768253" cy="3985719"/>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800" y="4077628"/>
            <a:ext cx="1920240" cy="338328"/>
          </a:xfrm>
        </p:spPr>
        <p:txBody>
          <a:bodyPr/>
          <a:lstStyle/>
          <a:p>
            <a:fld id="{C764DE79-268F-4C1A-8933-263129D2AF90}" type="datetimeFigureOut">
              <a:rPr lang="en-US" smtClean="0"/>
              <a:t>9/23/2026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4077628"/>
            <a:ext cx="555948" cy="338328"/>
          </a:xfrm>
        </p:spPr>
        <p:txBody>
          <a:bodyPr/>
          <a:lstStyle>
            <a:lvl1pPr>
              <a:defRPr>
                <a:solidFill>
                  <a:schemeClr val="tx1"/>
                </a:solidFill>
                <a:effectLst/>
              </a:defRPr>
            </a:lvl1pPr>
          </a:lstStyle>
          <a:p>
            <a:fld id="{48F63A3B-78C7-47BE-AE5E-E10140E04643}"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800" y="4423576"/>
            <a:ext cx="8420100" cy="18248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descr="A pixelated image depicts a red crab with a heart symbol above it.&#10;&#10;AI-generated content may be incorrect.">
            <a:extLst>
              <a:ext uri="{FF2B5EF4-FFF2-40B4-BE49-F238E27FC236}">
                <a16:creationId xmlns:a16="http://schemas.microsoft.com/office/drawing/2014/main" id="{29E8497C-BD0F-347D-A211-C8466F769E3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240909" y="45694"/>
            <a:ext cx="900343" cy="900343"/>
          </a:xfrm>
          <a:prstGeom prst="rect">
            <a:avLst/>
          </a:prstGeom>
        </p:spPr>
      </p:pic>
    </p:spTree>
    <p:extLst>
      <p:ext uri="{BB962C8B-B14F-4D97-AF65-F5344CB8AC3E}">
        <p14:creationId xmlns:p14="http://schemas.microsoft.com/office/powerpoint/2010/main" val="5556325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881339" y="1115568"/>
            <a:ext cx="5247577" cy="994131"/>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933700"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96579" y="209088"/>
            <a:ext cx="1844044" cy="338328"/>
          </a:xfrm>
        </p:spPr>
        <p:txBody>
          <a:bodyPr/>
          <a:lstStyle>
            <a:lvl1pPr>
              <a:defRPr>
                <a:solidFill>
                  <a:schemeClr val="tx1"/>
                </a:solidFill>
                <a:effectLst/>
              </a:defRPr>
            </a:lvl1pPr>
          </a:lstStyle>
          <a:p>
            <a:fld id="{C764DE79-268F-4C1A-8933-263129D2AF90}" type="datetimeFigureOut">
              <a:rPr lang="en-US" smtClean="0"/>
              <a:t>9/23/2026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34185" y="209088"/>
            <a:ext cx="555948" cy="338328"/>
          </a:xfrm>
        </p:spPr>
        <p:txBody>
          <a:bodyPr/>
          <a:lstStyle/>
          <a:p>
            <a:fld id="{48F63A3B-78C7-47BE-AE5E-E10140E04643}" type="slidenum">
              <a:rPr lang="en-US" smtClean="0"/>
              <a:t>‹#›</a:t>
            </a:fld>
            <a:endParaRPr lang="en-US"/>
          </a:p>
        </p:txBody>
      </p:sp>
      <p:sp>
        <p:nvSpPr>
          <p:cNvPr id="4" name="Picture Placeholder 3">
            <a:extLst>
              <a:ext uri="{FF2B5EF4-FFF2-40B4-BE49-F238E27FC236}">
                <a16:creationId xmlns:a16="http://schemas.microsoft.com/office/drawing/2014/main" id="{F3BFBE8F-8803-50FD-04BC-3A247F9767CF}"/>
              </a:ext>
            </a:extLst>
          </p:cNvPr>
          <p:cNvSpPr>
            <a:spLocks noGrp="1"/>
          </p:cNvSpPr>
          <p:nvPr>
            <p:ph type="pic" sz="quarter" idx="15" hasCustomPrompt="1"/>
          </p:nvPr>
        </p:nvSpPr>
        <p:spPr>
          <a:xfrm>
            <a:off x="0" y="1181100"/>
            <a:ext cx="5247577" cy="567690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881339" y="2133600"/>
            <a:ext cx="5247577" cy="41148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descr="A pixelated image depicts a red crab with a heart symbol above it.&#10;&#10;AI-generated content may be incorrect.">
            <a:extLst>
              <a:ext uri="{FF2B5EF4-FFF2-40B4-BE49-F238E27FC236}">
                <a16:creationId xmlns:a16="http://schemas.microsoft.com/office/drawing/2014/main" id="{DCAE209A-3553-3487-1CEC-5EA09B2E917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240909" y="45694"/>
            <a:ext cx="900343" cy="900343"/>
          </a:xfrm>
          <a:prstGeom prst="rect">
            <a:avLst/>
          </a:prstGeom>
        </p:spPr>
      </p:pic>
    </p:spTree>
    <p:extLst>
      <p:ext uri="{BB962C8B-B14F-4D97-AF65-F5344CB8AC3E}">
        <p14:creationId xmlns:p14="http://schemas.microsoft.com/office/powerpoint/2010/main" val="783923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6057" y="1115568"/>
            <a:ext cx="3607670" cy="3170545"/>
          </a:xfrm>
        </p:spPr>
        <p:txBody>
          <a:bodyPr anchor="t">
            <a:normAutofit/>
          </a:bodyPr>
          <a:lstStyle>
            <a:lvl1pPr>
              <a:defRPr sz="30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4858"/>
            <a:ext cx="259710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5909" y="214858"/>
            <a:ext cx="1586711" cy="338328"/>
          </a:xfrm>
        </p:spPr>
        <p:txBody>
          <a:bodyPr/>
          <a:lstStyle/>
          <a:p>
            <a:fld id="{C764DE79-268F-4C1A-8933-263129D2AF90}" type="datetimeFigureOut">
              <a:rPr lang="en-US" smtClean="0"/>
              <a:t>9/23/2026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7610" y="214858"/>
            <a:ext cx="555948" cy="338328"/>
          </a:xfrm>
        </p:spPr>
        <p:txBody>
          <a:bodyPr/>
          <a:lstStyle/>
          <a:p>
            <a:fld id="{48F63A3B-78C7-47BE-AE5E-E10140E04643}"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5909" y="1112672"/>
            <a:ext cx="6926991" cy="1967808"/>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121707E4-5122-AA3B-7CFC-6AF9C0BAC463}"/>
              </a:ext>
            </a:extLst>
          </p:cNvPr>
          <p:cNvSpPr>
            <a:spLocks noGrp="1"/>
          </p:cNvSpPr>
          <p:nvPr>
            <p:ph type="pic" sz="quarter" idx="15" hasCustomPrompt="1"/>
          </p:nvPr>
        </p:nvSpPr>
        <p:spPr>
          <a:xfrm>
            <a:off x="4903079" y="3500203"/>
            <a:ext cx="7288921" cy="3357797"/>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a:moveTo>
                  <a:pt x="0" y="0"/>
                </a:moveTo>
                <a:lnTo>
                  <a:pt x="7391400" y="0"/>
                </a:lnTo>
                <a:lnTo>
                  <a:pt x="7391400" y="3018269"/>
                </a:lnTo>
                <a:lnTo>
                  <a:pt x="0" y="301826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pic>
        <p:nvPicPr>
          <p:cNvPr id="9" name="Picture 8" descr="A pixelated image depicts a red crab with a heart symbol above it.&#10;&#10;AI-generated content may be incorrect.">
            <a:extLst>
              <a:ext uri="{FF2B5EF4-FFF2-40B4-BE49-F238E27FC236}">
                <a16:creationId xmlns:a16="http://schemas.microsoft.com/office/drawing/2014/main" id="{BCE9C2FB-ADBE-991D-7EC4-82DA6E93469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240909" y="45694"/>
            <a:ext cx="900343" cy="900343"/>
          </a:xfrm>
          <a:prstGeom prst="rect">
            <a:avLst/>
          </a:prstGeom>
        </p:spPr>
      </p:pic>
    </p:spTree>
    <p:extLst>
      <p:ext uri="{BB962C8B-B14F-4D97-AF65-F5344CB8AC3E}">
        <p14:creationId xmlns:p14="http://schemas.microsoft.com/office/powerpoint/2010/main" val="8617752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3429001"/>
            <a:ext cx="2501307" cy="2551982"/>
          </a:xfrm>
        </p:spPr>
        <p:txBody>
          <a:bodyPr anchor="t">
            <a:normAutofit/>
          </a:bodyPr>
          <a:lstStyle>
            <a:lvl1pPr>
              <a:defRPr sz="3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8402C8AD-A927-B946-5850-6500487D6883}"/>
              </a:ext>
            </a:extLst>
          </p:cNvPr>
          <p:cNvSpPr>
            <a:spLocks noGrp="1"/>
          </p:cNvSpPr>
          <p:nvPr>
            <p:ph type="pic" sz="quarter" idx="15" hasCustomPrompt="1"/>
          </p:nvPr>
        </p:nvSpPr>
        <p:spPr>
          <a:xfrm>
            <a:off x="0" y="1"/>
            <a:ext cx="12192000" cy="2705099"/>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865290"/>
            <a:ext cx="272637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799" y="2865290"/>
            <a:ext cx="1967345" cy="338328"/>
          </a:xfrm>
        </p:spPr>
        <p:txBody>
          <a:bodyPr/>
          <a:lstStyle/>
          <a:p>
            <a:fld id="{C764DE79-268F-4C1A-8933-263129D2AF90}" type="datetimeFigureOut">
              <a:rPr lang="en-US" smtClean="0"/>
              <a:t>9/23/2026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2865290"/>
            <a:ext cx="555948" cy="338328"/>
          </a:xfrm>
        </p:spPr>
        <p:txBody>
          <a:bodyPr/>
          <a:lstStyle/>
          <a:p>
            <a:fld id="{48F63A3B-78C7-47BE-AE5E-E10140E04643}"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352800" y="3429000"/>
            <a:ext cx="8210204" cy="3009900"/>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descr="A pixelated image depicts a red crab with a heart symbol above it.&#10;&#10;AI-generated content may be incorrect.">
            <a:extLst>
              <a:ext uri="{FF2B5EF4-FFF2-40B4-BE49-F238E27FC236}">
                <a16:creationId xmlns:a16="http://schemas.microsoft.com/office/drawing/2014/main" id="{73AE0E38-0322-2306-0242-2764922EBAF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240909" y="45694"/>
            <a:ext cx="900343" cy="900343"/>
          </a:xfrm>
          <a:prstGeom prst="rect">
            <a:avLst/>
          </a:prstGeom>
        </p:spPr>
      </p:pic>
    </p:spTree>
    <p:extLst>
      <p:ext uri="{BB962C8B-B14F-4D97-AF65-F5344CB8AC3E}">
        <p14:creationId xmlns:p14="http://schemas.microsoft.com/office/powerpoint/2010/main" val="1810798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6230" y="1115568"/>
            <a:ext cx="3603256" cy="140987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38700" y="209088"/>
            <a:ext cx="2514600" cy="338328"/>
          </a:xfrm>
        </p:spPr>
        <p:txBody>
          <a:bodyPr/>
          <a:lstStyle/>
          <a:p>
            <a:fld id="{C764DE79-268F-4C1A-8933-263129D2AF90}" type="datetimeFigureOut">
              <a:rPr lang="en-US" smtClean="0"/>
              <a:t>9/23/2026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86019" y="219456"/>
            <a:ext cx="564341" cy="338328"/>
          </a:xfrm>
        </p:spPr>
        <p:txBody>
          <a:bodyPr/>
          <a:lstStyle>
            <a:lvl1pPr>
              <a:defRPr>
                <a:solidFill>
                  <a:schemeClr val="tx1"/>
                </a:solidFill>
                <a:effectLst/>
              </a:defRPr>
            </a:lvl1pPr>
          </a:lstStyle>
          <a:p>
            <a:fld id="{48F63A3B-78C7-47BE-AE5E-E10140E04643}"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46230" y="2705100"/>
            <a:ext cx="3603256" cy="36957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183D1CED-EDC4-B2B7-E11C-EF0ED41A9136}"/>
              </a:ext>
            </a:extLst>
          </p:cNvPr>
          <p:cNvSpPr>
            <a:spLocks noGrp="1"/>
          </p:cNvSpPr>
          <p:nvPr>
            <p:ph type="pic" sz="quarter" idx="15" hasCustomPrompt="1"/>
          </p:nvPr>
        </p:nvSpPr>
        <p:spPr>
          <a:xfrm>
            <a:off x="4935269" y="1175658"/>
            <a:ext cx="7256731" cy="5682342"/>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pic>
        <p:nvPicPr>
          <p:cNvPr id="4" name="Picture 3" descr="A pixelated image depicts a red crab with a heart symbol above it.&#10;&#10;AI-generated content may be incorrect.">
            <a:extLst>
              <a:ext uri="{FF2B5EF4-FFF2-40B4-BE49-F238E27FC236}">
                <a16:creationId xmlns:a16="http://schemas.microsoft.com/office/drawing/2014/main" id="{E91AACBA-3D36-AEE8-E77F-A2645CC57F2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240909" y="45694"/>
            <a:ext cx="900343" cy="900343"/>
          </a:xfrm>
          <a:prstGeom prst="rect">
            <a:avLst/>
          </a:prstGeom>
        </p:spPr>
      </p:pic>
    </p:spTree>
    <p:extLst>
      <p:ext uri="{BB962C8B-B14F-4D97-AF65-F5344CB8AC3E}">
        <p14:creationId xmlns:p14="http://schemas.microsoft.com/office/powerpoint/2010/main" val="27846241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4607626"/>
            <a:ext cx="4419600" cy="1640774"/>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04508209-B462-E74A-288F-8910B06DE3A1}"/>
              </a:ext>
            </a:extLst>
          </p:cNvPr>
          <p:cNvSpPr>
            <a:spLocks noGrp="1"/>
          </p:cNvSpPr>
          <p:nvPr>
            <p:ph type="pic" sz="quarter" idx="15" hasCustomPrompt="1"/>
          </p:nvPr>
        </p:nvSpPr>
        <p:spPr>
          <a:xfrm>
            <a:off x="1914" y="0"/>
            <a:ext cx="4836786" cy="4214191"/>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541275" y="209088"/>
            <a:ext cx="272637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905250" cy="338328"/>
          </a:xfrm>
        </p:spPr>
        <p:txBody>
          <a:bodyPr/>
          <a:lstStyle>
            <a:lvl1pPr>
              <a:defRPr>
                <a:solidFill>
                  <a:schemeClr val="tx1"/>
                </a:solidFill>
                <a:effectLst/>
              </a:defRPr>
            </a:lvl1pPr>
          </a:lstStyle>
          <a:p>
            <a:fld id="{C764DE79-268F-4C1A-8933-263129D2AF90}" type="datetimeFigureOut">
              <a:rPr lang="en-US" smtClean="0"/>
              <a:t>9/23/2026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48F63A3B-78C7-47BE-AE5E-E10140E04643}"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41276" y="1104900"/>
            <a:ext cx="5750381" cy="5143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descr="A pixelated image depicts a red crab with a heart symbol above it.&#10;&#10;AI-generated content may be incorrect.">
            <a:extLst>
              <a:ext uri="{FF2B5EF4-FFF2-40B4-BE49-F238E27FC236}">
                <a16:creationId xmlns:a16="http://schemas.microsoft.com/office/drawing/2014/main" id="{68FF7607-5BB7-2DD2-DB7F-2218CBD838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240909" y="45694"/>
            <a:ext cx="900343" cy="900343"/>
          </a:xfrm>
          <a:prstGeom prst="rect">
            <a:avLst/>
          </a:prstGeom>
        </p:spPr>
      </p:pic>
    </p:spTree>
    <p:extLst>
      <p:ext uri="{BB962C8B-B14F-4D97-AF65-F5344CB8AC3E}">
        <p14:creationId xmlns:p14="http://schemas.microsoft.com/office/powerpoint/2010/main" val="38428818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3105335" cy="1636510"/>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055522" y="214858"/>
            <a:ext cx="2536988" cy="338328"/>
          </a:xfrm>
        </p:spPr>
        <p:txBody>
          <a:bodyPr/>
          <a:lstStyle/>
          <a:p>
            <a:fld id="{C764DE79-268F-4C1A-8933-263129D2AF90}" type="datetimeFigureOut">
              <a:rPr lang="en-US" smtClean="0"/>
              <a:t>9/23/2026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840" y="214858"/>
            <a:ext cx="555948" cy="338328"/>
          </a:xfrm>
        </p:spPr>
        <p:txBody>
          <a:bodyPr/>
          <a:lstStyle/>
          <a:p>
            <a:fld id="{48F63A3B-78C7-47BE-AE5E-E10140E04643}" type="slidenum">
              <a:rPr lang="en-US" smtClean="0"/>
              <a:t>‹#›</a:t>
            </a:fld>
            <a:endParaRPr lang="en-US"/>
          </a:p>
        </p:txBody>
      </p:sp>
      <p:sp>
        <p:nvSpPr>
          <p:cNvPr id="4" name="Picture Placeholder 3">
            <a:extLst>
              <a:ext uri="{FF2B5EF4-FFF2-40B4-BE49-F238E27FC236}">
                <a16:creationId xmlns:a16="http://schemas.microsoft.com/office/drawing/2014/main" id="{EA8D0EC2-AB64-20F7-00E1-73B35DEAA2D7}"/>
              </a:ext>
            </a:extLst>
          </p:cNvPr>
          <p:cNvSpPr>
            <a:spLocks noGrp="1"/>
          </p:cNvSpPr>
          <p:nvPr>
            <p:ph type="pic" sz="quarter" idx="15" hasCustomPrompt="1"/>
          </p:nvPr>
        </p:nvSpPr>
        <p:spPr>
          <a:xfrm>
            <a:off x="1" y="3017520"/>
            <a:ext cx="3417902" cy="384048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055522" y="1104901"/>
            <a:ext cx="7476571" cy="53339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descr="A pixelated image depicts a red crab with a heart symbol above it.&#10;&#10;AI-generated content may be incorrect.">
            <a:extLst>
              <a:ext uri="{FF2B5EF4-FFF2-40B4-BE49-F238E27FC236}">
                <a16:creationId xmlns:a16="http://schemas.microsoft.com/office/drawing/2014/main" id="{2B1A080E-6118-1F05-0C9C-08A26F73E61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240909" y="45694"/>
            <a:ext cx="900343" cy="900343"/>
          </a:xfrm>
          <a:prstGeom prst="rect">
            <a:avLst/>
          </a:prstGeom>
        </p:spPr>
      </p:pic>
    </p:spTree>
    <p:extLst>
      <p:ext uri="{BB962C8B-B14F-4D97-AF65-F5344CB8AC3E}">
        <p14:creationId xmlns:p14="http://schemas.microsoft.com/office/powerpoint/2010/main" val="17848074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C26FEAF5-B987-7B83-7D1F-A4C535E2B000}"/>
              </a:ext>
            </a:extLst>
          </p:cNvPr>
          <p:cNvPicPr>
            <a:picLocks noChangeAspect="1"/>
          </p:cNvPicPr>
          <p:nvPr/>
        </p:nvPicPr>
        <p:blipFill>
          <a:blip r:embed="rId2">
            <a:extLst>
              <a:ext uri="{28A0092B-C50C-407E-A947-70E740481C1C}">
                <a14:useLocalDpi xmlns:a14="http://schemas.microsoft.com/office/drawing/2010/main" val="0"/>
              </a:ext>
            </a:extLst>
          </a:blip>
          <a:srcRect t="17701" r="5781"/>
          <a:stretch>
            <a:fillRect/>
          </a:stretch>
        </p:blipFill>
        <p:spPr>
          <a:xfrm rot="10800000" flipH="1">
            <a:off x="0" y="-1"/>
            <a:ext cx="12192000" cy="6864096"/>
          </a:xfrm>
          <a:prstGeom prst="rect">
            <a:avLst/>
          </a:prstGeom>
        </p:spPr>
      </p:pic>
      <p:sp>
        <p:nvSpPr>
          <p:cNvPr id="9" name="Title 8">
            <a:extLst>
              <a:ext uri="{FF2B5EF4-FFF2-40B4-BE49-F238E27FC236}">
                <a16:creationId xmlns:a16="http://schemas.microsoft.com/office/drawing/2014/main" id="{E9DD887D-B316-418B-8AF4-4F941223A039}"/>
              </a:ext>
            </a:extLst>
          </p:cNvPr>
          <p:cNvSpPr>
            <a:spLocks noGrp="1"/>
          </p:cNvSpPr>
          <p:nvPr>
            <p:ph type="title"/>
          </p:nvPr>
        </p:nvSpPr>
        <p:spPr>
          <a:xfrm>
            <a:off x="7772400" y="5082379"/>
            <a:ext cx="4000500" cy="1169230"/>
          </a:xfrm>
        </p:spPr>
        <p:txBody>
          <a:bodyPr anchor="b">
            <a:normAutofit/>
          </a:bodyPr>
          <a:lstStyle>
            <a:lvl1pPr>
              <a:defRPr sz="2000" spc="-50"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09088"/>
            <a:ext cx="1970690" cy="338328"/>
          </a:xfrm>
        </p:spPr>
        <p:txBody>
          <a:bodyPr/>
          <a:lstStyle>
            <a:lvl1pPr>
              <a:defRPr>
                <a:solidFill>
                  <a:schemeClr val="tx1"/>
                </a:solidFill>
              </a:defRPr>
            </a:lvl1pPr>
          </a:lstStyle>
          <a:p>
            <a:fld id="{C764DE79-268F-4C1A-8933-263129D2AF90}" type="datetimeFigureOut">
              <a:rPr lang="en-US" smtClean="0"/>
              <a:t>9/23/2026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48F63A3B-78C7-47BE-AE5E-E10140E04643}" type="slidenum">
              <a:rPr lang="en-US" smtClean="0"/>
              <a:t>‹#›</a:t>
            </a:fld>
            <a:endParaRPr lang="en-US"/>
          </a:p>
        </p:txBody>
      </p:sp>
      <p:sp>
        <p:nvSpPr>
          <p:cNvPr id="12" name="Content Placeholder 11">
            <a:extLst>
              <a:ext uri="{FF2B5EF4-FFF2-40B4-BE49-F238E27FC236}">
                <a16:creationId xmlns:a16="http://schemas.microsoft.com/office/drawing/2014/main" id="{942D9118-C154-84FE-9D86-92525287F07F}"/>
              </a:ext>
            </a:extLst>
          </p:cNvPr>
          <p:cNvSpPr>
            <a:spLocks noGrp="1"/>
          </p:cNvSpPr>
          <p:nvPr>
            <p:ph sz="quarter" idx="14" hasCustomPrompt="1"/>
          </p:nvPr>
        </p:nvSpPr>
        <p:spPr>
          <a:xfrm>
            <a:off x="280988" y="1063625"/>
            <a:ext cx="10428287" cy="3508375"/>
          </a:xfrm>
        </p:spPr>
        <p:txBody>
          <a:bodyPr>
            <a:noAutofit/>
          </a:bodyPr>
          <a:lstStyle>
            <a:lvl1pPr>
              <a:lnSpc>
                <a:spcPct val="80000"/>
              </a:lnSpc>
              <a:defRPr sz="26000"/>
            </a:lvl1pPr>
          </a:lstStyle>
          <a:p>
            <a:pPr lvl="0"/>
            <a:r>
              <a:rPr lang="en-US" dirty="0"/>
              <a:t>XX%</a:t>
            </a:r>
          </a:p>
        </p:txBody>
      </p:sp>
      <p:pic>
        <p:nvPicPr>
          <p:cNvPr id="7" name="Picture 6" descr="A pixelated image depicts a red crab with a heart symbol above it.&#10;&#10;AI-generated content may be incorrect.">
            <a:extLst>
              <a:ext uri="{FF2B5EF4-FFF2-40B4-BE49-F238E27FC236}">
                <a16:creationId xmlns:a16="http://schemas.microsoft.com/office/drawing/2014/main" id="{F70B22EA-9117-4710-5D75-5AFA07FC12C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240909" y="45694"/>
            <a:ext cx="900343" cy="900343"/>
          </a:xfrm>
          <a:prstGeom prst="rect">
            <a:avLst/>
          </a:prstGeom>
        </p:spPr>
      </p:pic>
    </p:spTree>
    <p:extLst>
      <p:ext uri="{BB962C8B-B14F-4D97-AF65-F5344CB8AC3E}">
        <p14:creationId xmlns:p14="http://schemas.microsoft.com/office/powerpoint/2010/main" val="26507963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6" name="Picture 5" descr="A red and purple light&#10;&#10;AI-generated content may be incorrect.">
            <a:extLst>
              <a:ext uri="{FF2B5EF4-FFF2-40B4-BE49-F238E27FC236}">
                <a16:creationId xmlns:a16="http://schemas.microsoft.com/office/drawing/2014/main" id="{27A6C04A-3EE2-7293-8111-E4CF6B18B2D4}"/>
              </a:ext>
            </a:extLst>
          </p:cNvPr>
          <p:cNvPicPr>
            <a:picLocks noChangeAspect="1"/>
          </p:cNvPicPr>
          <p:nvPr/>
        </p:nvPicPr>
        <p:blipFill>
          <a:blip r:embed="rId2">
            <a:extLst>
              <a:ext uri="{28A0092B-C50C-407E-A947-70E740481C1C}">
                <a14:useLocalDpi xmlns:a14="http://schemas.microsoft.com/office/drawing/2010/main" val="0"/>
              </a:ext>
            </a:extLst>
          </a:blip>
          <a:srcRect l="7784" t="57458" r="22221" b="1"/>
          <a:stretch>
            <a:fillRect/>
          </a:stretch>
        </p:blipFill>
        <p:spPr>
          <a:xfrm rot="10800000">
            <a:off x="0" y="0"/>
            <a:ext cx="12192000" cy="4802819"/>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C764DE79-268F-4C1A-8933-263129D2AF90}" type="datetimeFigureOut">
              <a:rPr lang="en-US" smtClean="0"/>
              <a:t>9/23/2026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48F63A3B-78C7-47BE-AE5E-E10140E04643}"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885606"/>
            <a:ext cx="8801101" cy="3553293"/>
          </a:xfrm>
        </p:spPr>
        <p:txBody>
          <a:bodyPr anchor="b">
            <a:normAutofit/>
          </a:bodyPr>
          <a:lstStyle>
            <a:lvl1pPr marL="0" indent="0">
              <a:lnSpc>
                <a:spcPct val="85000"/>
              </a:lnSpc>
              <a:buNone/>
              <a:defRPr sz="6000" b="0" spc="-50" baseline="0">
                <a:solidFill>
                  <a:schemeClr val="tx1"/>
                </a:solidFill>
              </a:defRPr>
            </a:lvl1pPr>
            <a:lvl2pPr marL="228600" indent="0">
              <a:lnSpc>
                <a:spcPct val="85000"/>
              </a:lnSpc>
              <a:buNone/>
              <a:defRPr sz="4400" b="0" spc="-50" baseline="0">
                <a:solidFill>
                  <a:schemeClr val="tx1"/>
                </a:solidFill>
              </a:defRPr>
            </a:lvl2pPr>
            <a:lvl3pPr marL="457200" indent="0">
              <a:lnSpc>
                <a:spcPct val="85000"/>
              </a:lnSpc>
              <a:buNone/>
              <a:defRPr sz="40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200" b="0" spc="-50"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A pixelated image depicts a red crab with a heart symbol above it.&#10;&#10;AI-generated content may be incorrect.">
            <a:extLst>
              <a:ext uri="{FF2B5EF4-FFF2-40B4-BE49-F238E27FC236}">
                <a16:creationId xmlns:a16="http://schemas.microsoft.com/office/drawing/2014/main" id="{D26EC462-7D11-1BBA-F74B-A97D1628DB4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240909" y="45694"/>
            <a:ext cx="900343" cy="900343"/>
          </a:xfrm>
          <a:prstGeom prst="rect">
            <a:avLst/>
          </a:prstGeom>
        </p:spPr>
      </p:pic>
    </p:spTree>
    <p:extLst>
      <p:ext uri="{BB962C8B-B14F-4D97-AF65-F5344CB8AC3E}">
        <p14:creationId xmlns:p14="http://schemas.microsoft.com/office/powerpoint/2010/main" val="26843531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56ABB8EC-1098-DCAC-E2E3-BCA53EEC625D}"/>
              </a:ext>
            </a:extLst>
          </p:cNvPr>
          <p:cNvPicPr>
            <a:picLocks noChangeAspect="1"/>
          </p:cNvPicPr>
          <p:nvPr/>
        </p:nvPicPr>
        <p:blipFill>
          <a:blip r:embed="rId2">
            <a:extLst>
              <a:ext uri="{28A0092B-C50C-407E-A947-70E740481C1C}">
                <a14:useLocalDpi xmlns:a14="http://schemas.microsoft.com/office/drawing/2010/main" val="0"/>
              </a:ext>
            </a:extLst>
          </a:blip>
          <a:srcRect l="1291" t="22024" r="10011"/>
          <a:stretch>
            <a:fillRect/>
          </a:stretch>
        </p:blipFill>
        <p:spPr>
          <a:xfrm rot="10800000" flipH="1">
            <a:off x="0" y="0"/>
            <a:ext cx="12192000" cy="6864096"/>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866899" y="4874218"/>
            <a:ext cx="8506567" cy="666427"/>
          </a:xfrm>
        </p:spPr>
        <p:txBody>
          <a:bodyPr anchor="ctr">
            <a:normAutofit/>
          </a:bodyPr>
          <a:lstStyle>
            <a:lvl1pPr algn="r">
              <a:lnSpc>
                <a:spcPct val="90000"/>
              </a:lnSpc>
              <a:defRPr sz="1400" b="0" cap="all" spc="100" baseline="0">
                <a:solidFill>
                  <a:schemeClr val="tx1"/>
                </a:solidFill>
              </a:defRPr>
            </a:lvl1pPr>
          </a:lstStyle>
          <a:p>
            <a:r>
              <a:rPr lang="en-US" dirty="0"/>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C764DE79-268F-4C1A-8933-263129D2AF90}" type="datetimeFigureOut">
              <a:rPr lang="en-US" smtClean="0"/>
              <a:t>9/23/2026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48F63A3B-78C7-47BE-AE5E-E10140E04643}" type="slidenum">
              <a:rPr lang="en-US" smtClean="0"/>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866899" y="1856096"/>
            <a:ext cx="8506567" cy="2855388"/>
          </a:xfrm>
        </p:spPr>
        <p:txBody>
          <a:bodyPr anchor="ctr">
            <a:normAutofit/>
          </a:bodyPr>
          <a:lstStyle>
            <a:lvl1pPr marL="164592" indent="-164592">
              <a:lnSpc>
                <a:spcPct val="90000"/>
              </a:lnSpc>
              <a:spcBef>
                <a:spcPts val="0"/>
              </a:spcBef>
              <a:buFont typeface="Arial" panose="020B0604020202020204" pitchFamily="34" charset="0"/>
              <a:buNone/>
              <a:defRPr sz="5000" spc="-50" baseline="0">
                <a:solidFill>
                  <a:schemeClr val="tx1"/>
                </a:solidFill>
              </a:defRPr>
            </a:lvl1pPr>
          </a:lstStyle>
          <a:p>
            <a:pPr lvl="0"/>
            <a:r>
              <a:rPr lang="en-US" dirty="0"/>
              <a:t>Click to add Quote</a:t>
            </a:r>
          </a:p>
        </p:txBody>
      </p:sp>
      <p:pic>
        <p:nvPicPr>
          <p:cNvPr id="9" name="Picture 8" descr="A pixelated image depicts a red crab with a heart symbol above it.&#10;&#10;AI-generated content may be incorrect.">
            <a:extLst>
              <a:ext uri="{FF2B5EF4-FFF2-40B4-BE49-F238E27FC236}">
                <a16:creationId xmlns:a16="http://schemas.microsoft.com/office/drawing/2014/main" id="{5B70FF4F-B3D7-11C4-31BE-F1C0AF740F8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240909" y="45694"/>
            <a:ext cx="900343" cy="900343"/>
          </a:xfrm>
          <a:prstGeom prst="rect">
            <a:avLst/>
          </a:prstGeom>
        </p:spPr>
      </p:pic>
    </p:spTree>
    <p:extLst>
      <p:ext uri="{BB962C8B-B14F-4D97-AF65-F5344CB8AC3E}">
        <p14:creationId xmlns:p14="http://schemas.microsoft.com/office/powerpoint/2010/main" val="10840568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8382000" cy="701657"/>
          </a:xfrm>
        </p:spPr>
        <p:txBody>
          <a:bodyPr/>
          <a:lstStyle>
            <a:lvl1pPr>
              <a:defRPr>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C764DE79-268F-4C1A-8933-263129D2AF90}" type="datetimeFigureOut">
              <a:rPr lang="en-US" smtClean="0"/>
              <a:t>9/23/2026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48F63A3B-78C7-47BE-AE5E-E10140E04643}" type="slidenum">
              <a:rPr lang="en-US" smtClean="0"/>
              <a:t>‹#›</a:t>
            </a:fld>
            <a:endParaRPr lang="en-US"/>
          </a:p>
        </p:txBody>
      </p:sp>
      <p:sp>
        <p:nvSpPr>
          <p:cNvPr id="4" name="Content Placeholder 3">
            <a:extLst>
              <a:ext uri="{FF2B5EF4-FFF2-40B4-BE49-F238E27FC236}">
                <a16:creationId xmlns:a16="http://schemas.microsoft.com/office/drawing/2014/main" id="{704CA46A-141E-21AB-51BA-BA1F0F395708}"/>
              </a:ext>
            </a:extLst>
          </p:cNvPr>
          <p:cNvSpPr>
            <a:spLocks noGrp="1"/>
          </p:cNvSpPr>
          <p:nvPr>
            <p:ph sz="quarter" idx="15"/>
          </p:nvPr>
        </p:nvSpPr>
        <p:spPr>
          <a:xfrm>
            <a:off x="431800"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F8607D36-7013-02AC-69A9-8D38C5BBA7D0}"/>
              </a:ext>
            </a:extLst>
          </p:cNvPr>
          <p:cNvSpPr>
            <a:spLocks noGrp="1"/>
          </p:cNvSpPr>
          <p:nvPr>
            <p:ph sz="quarter" idx="16"/>
          </p:nvPr>
        </p:nvSpPr>
        <p:spPr>
          <a:xfrm>
            <a:off x="5878824"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descr="A pixelated image depicts a red crab with a heart symbol above it.&#10;&#10;AI-generated content may be incorrect.">
            <a:extLst>
              <a:ext uri="{FF2B5EF4-FFF2-40B4-BE49-F238E27FC236}">
                <a16:creationId xmlns:a16="http://schemas.microsoft.com/office/drawing/2014/main" id="{A51C6F3F-A8D6-49CA-3ED2-D26830F6BA8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0909" y="45694"/>
            <a:ext cx="900343" cy="900343"/>
          </a:xfrm>
          <a:prstGeom prst="rect">
            <a:avLst/>
          </a:prstGeom>
        </p:spPr>
      </p:pic>
    </p:spTree>
    <p:extLst>
      <p:ext uri="{BB962C8B-B14F-4D97-AF65-F5344CB8AC3E}">
        <p14:creationId xmlns:p14="http://schemas.microsoft.com/office/powerpoint/2010/main" val="27521611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18655" y="932098"/>
            <a:ext cx="10835539" cy="704088"/>
          </a:xfrm>
        </p:spPr>
        <p:txBody>
          <a:bodyPr/>
          <a:lstStyle>
            <a:lvl1pPr>
              <a:defRPr>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C764DE79-268F-4C1A-8933-263129D2AF90}" type="datetimeFigureOut">
              <a:rPr lang="en-US" smtClean="0"/>
              <a:t>9/23/2026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48F63A3B-78C7-47BE-AE5E-E10140E04643}" type="slidenum">
              <a:rPr lang="en-US" smtClean="0"/>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18654" y="1675614"/>
            <a:ext cx="4913919"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854769-C5D8-1BF0-C3A2-77216D6255DB}"/>
              </a:ext>
            </a:extLst>
          </p:cNvPr>
          <p:cNvSpPr>
            <a:spLocks noGrp="1"/>
          </p:cNvSpPr>
          <p:nvPr>
            <p:ph sz="quarter" idx="15"/>
          </p:nvPr>
        </p:nvSpPr>
        <p:spPr>
          <a:xfrm>
            <a:off x="431800" y="2285022"/>
            <a:ext cx="4900773"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500" y="1675614"/>
            <a:ext cx="4967694"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B3527224-4234-3620-766D-DCCA3AFDF896}"/>
              </a:ext>
            </a:extLst>
          </p:cNvPr>
          <p:cNvSpPr>
            <a:spLocks noGrp="1"/>
          </p:cNvSpPr>
          <p:nvPr>
            <p:ph sz="quarter" idx="16"/>
          </p:nvPr>
        </p:nvSpPr>
        <p:spPr>
          <a:xfrm>
            <a:off x="6279401" y="2285022"/>
            <a:ext cx="4982762"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1" name="Picture 10" descr="A pixelated image depicts a red crab with a heart symbol above it.&#10;&#10;AI-generated content may be incorrect.">
            <a:extLst>
              <a:ext uri="{FF2B5EF4-FFF2-40B4-BE49-F238E27FC236}">
                <a16:creationId xmlns:a16="http://schemas.microsoft.com/office/drawing/2014/main" id="{D851179F-0A4A-EDD0-93B8-F766BD804C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0909" y="45694"/>
            <a:ext cx="900343" cy="900343"/>
          </a:xfrm>
          <a:prstGeom prst="rect">
            <a:avLst/>
          </a:prstGeom>
        </p:spPr>
      </p:pic>
    </p:spTree>
    <p:extLst>
      <p:ext uri="{BB962C8B-B14F-4D97-AF65-F5344CB8AC3E}">
        <p14:creationId xmlns:p14="http://schemas.microsoft.com/office/powerpoint/2010/main" val="30358827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20791" y="1113510"/>
            <a:ext cx="8380309" cy="876193"/>
          </a:xfrm>
        </p:spPr>
        <p:txBody>
          <a:bodyPr/>
          <a:lstStyle>
            <a:lvl1pPr>
              <a:defRPr>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C764DE79-268F-4C1A-8933-263129D2AF90}" type="datetimeFigureOut">
              <a:rPr lang="en-US" smtClean="0"/>
              <a:t>9/23/2026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48F63A3B-78C7-47BE-AE5E-E10140E04643}" type="slidenum">
              <a:rPr lang="en-US" smtClean="0"/>
              <a:t>‹#›</a:t>
            </a:fld>
            <a:endParaRPr lang="en-US"/>
          </a:p>
        </p:txBody>
      </p:sp>
      <p:pic>
        <p:nvPicPr>
          <p:cNvPr id="7" name="Picture 6" descr="A pixelated image depicts a red crab with a heart symbol above it.&#10;&#10;AI-generated content may be incorrect.">
            <a:extLst>
              <a:ext uri="{FF2B5EF4-FFF2-40B4-BE49-F238E27FC236}">
                <a16:creationId xmlns:a16="http://schemas.microsoft.com/office/drawing/2014/main" id="{82EACDAF-6AA1-BAD5-0D0A-8EB0CECBFA4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0909" y="45694"/>
            <a:ext cx="900343" cy="900343"/>
          </a:xfrm>
          <a:prstGeom prst="rect">
            <a:avLst/>
          </a:prstGeom>
        </p:spPr>
      </p:pic>
    </p:spTree>
    <p:extLst>
      <p:ext uri="{BB962C8B-B14F-4D97-AF65-F5344CB8AC3E}">
        <p14:creationId xmlns:p14="http://schemas.microsoft.com/office/powerpoint/2010/main" val="41137124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C764DE79-268F-4C1A-8933-263129D2AF90}" type="datetimeFigureOut">
              <a:rPr lang="en-US" smtClean="0"/>
              <a:t>9/23/2026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48F63A3B-78C7-47BE-AE5E-E10140E04643}" type="slidenum">
              <a:rPr lang="en-US" smtClean="0"/>
              <a:t>‹#›</a:t>
            </a:fld>
            <a:endParaRPr lang="en-US"/>
          </a:p>
        </p:txBody>
      </p:sp>
      <p:pic>
        <p:nvPicPr>
          <p:cNvPr id="6" name="Picture 5" descr="A pixelated image depicts a red crab with a heart symbol above it.&#10;&#10;AI-generated content may be incorrect.">
            <a:extLst>
              <a:ext uri="{FF2B5EF4-FFF2-40B4-BE49-F238E27FC236}">
                <a16:creationId xmlns:a16="http://schemas.microsoft.com/office/drawing/2014/main" id="{E02AA2FB-5895-2287-80A8-961B418D4D2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0909" y="45694"/>
            <a:ext cx="900343" cy="900343"/>
          </a:xfrm>
          <a:prstGeom prst="rect">
            <a:avLst/>
          </a:prstGeom>
        </p:spPr>
      </p:pic>
    </p:spTree>
    <p:extLst>
      <p:ext uri="{BB962C8B-B14F-4D97-AF65-F5344CB8AC3E}">
        <p14:creationId xmlns:p14="http://schemas.microsoft.com/office/powerpoint/2010/main" val="21964710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7" name="Picture 6" descr="A red and purple light&#10;&#10;AI-generated content may be incorrect.">
            <a:extLst>
              <a:ext uri="{FF2B5EF4-FFF2-40B4-BE49-F238E27FC236}">
                <a16:creationId xmlns:a16="http://schemas.microsoft.com/office/drawing/2014/main" id="{CC69B319-31FA-514C-5A82-30B4D1B20A23}"/>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758952"/>
            <a:ext cx="7609668" cy="1734866"/>
          </a:xfrm>
        </p:spPr>
        <p:txBody>
          <a:bodyPr anchor="t">
            <a:noAutofit/>
          </a:bodyPr>
          <a:lstStyle>
            <a:lvl1pPr>
              <a:defRPr sz="7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764DE79-268F-4C1A-8933-263129D2AF90}" type="datetimeFigureOut">
              <a:rPr lang="en-US" smtClean="0"/>
              <a:t>9/23/2026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48F63A3B-78C7-47BE-AE5E-E10140E04643}" type="slidenum">
              <a:rPr lang="en-US" smtClean="0"/>
              <a:t>‹#›</a:t>
            </a:fld>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100" y="2705101"/>
            <a:ext cx="8801100" cy="2947550"/>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descr="A pixelated image depicts a red crab with a heart symbol above it.&#10;&#10;AI-generated content may be incorrect.">
            <a:extLst>
              <a:ext uri="{FF2B5EF4-FFF2-40B4-BE49-F238E27FC236}">
                <a16:creationId xmlns:a16="http://schemas.microsoft.com/office/drawing/2014/main" id="{A7004A3F-75D4-D8D4-1C5C-2EE9E2BE22C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240909" y="45694"/>
            <a:ext cx="900343" cy="900343"/>
          </a:xfrm>
          <a:prstGeom prst="rect">
            <a:avLst/>
          </a:prstGeom>
        </p:spPr>
      </p:pic>
    </p:spTree>
    <p:extLst>
      <p:ext uri="{BB962C8B-B14F-4D97-AF65-F5344CB8AC3E}">
        <p14:creationId xmlns:p14="http://schemas.microsoft.com/office/powerpoint/2010/main" val="8569843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86565871-9318-EC0D-5245-A159818CA83F}"/>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9" name="Title 8">
            <a:extLst>
              <a:ext uri="{FF2B5EF4-FFF2-40B4-BE49-F238E27FC236}">
                <a16:creationId xmlns:a16="http://schemas.microsoft.com/office/drawing/2014/main" id="{687F1B09-5020-D2DD-189E-7226AD232923}"/>
              </a:ext>
            </a:extLst>
          </p:cNvPr>
          <p:cNvSpPr>
            <a:spLocks noGrp="1"/>
          </p:cNvSpPr>
          <p:nvPr>
            <p:ph type="title"/>
          </p:nvPr>
        </p:nvSpPr>
        <p:spPr>
          <a:xfrm>
            <a:off x="420792" y="2704772"/>
            <a:ext cx="5465660" cy="2733384"/>
          </a:xfrm>
        </p:spPr>
        <p:txBody>
          <a:bodyPr/>
          <a:lstStyle>
            <a:lvl1pPr>
              <a:defRPr sz="7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764DE79-268F-4C1A-8933-263129D2AF90}" type="datetimeFigureOut">
              <a:rPr lang="en-US" smtClean="0"/>
              <a:t>9/23/2026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48F63A3B-78C7-47BE-AE5E-E10140E04643}" type="slidenum">
              <a:rPr lang="en-US" smtClean="0"/>
              <a:t>‹#›</a:t>
            </a:fld>
            <a:endParaRPr lang="en-US"/>
          </a:p>
        </p:txBody>
      </p:sp>
      <p:sp>
        <p:nvSpPr>
          <p:cNvPr id="12" name="Content Placeholder 11">
            <a:extLst>
              <a:ext uri="{FF2B5EF4-FFF2-40B4-BE49-F238E27FC236}">
                <a16:creationId xmlns:a16="http://schemas.microsoft.com/office/drawing/2014/main" id="{8492B719-9068-0A96-E408-4EB3E9F85BE9}"/>
              </a:ext>
            </a:extLst>
          </p:cNvPr>
          <p:cNvSpPr>
            <a:spLocks noGrp="1"/>
          </p:cNvSpPr>
          <p:nvPr>
            <p:ph sz="quarter" idx="15"/>
          </p:nvPr>
        </p:nvSpPr>
        <p:spPr>
          <a:xfrm>
            <a:off x="6305550" y="2705100"/>
            <a:ext cx="4410075" cy="15621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descr="A pixelated image depicts a red crab with a heart symbol above it.&#10;&#10;AI-generated content may be incorrect.">
            <a:extLst>
              <a:ext uri="{FF2B5EF4-FFF2-40B4-BE49-F238E27FC236}">
                <a16:creationId xmlns:a16="http://schemas.microsoft.com/office/drawing/2014/main" id="{62B8FC11-63CF-89C8-C153-7128B3B8F76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240909" y="45694"/>
            <a:ext cx="900343" cy="900343"/>
          </a:xfrm>
          <a:prstGeom prst="rect">
            <a:avLst/>
          </a:prstGeom>
        </p:spPr>
      </p:pic>
    </p:spTree>
    <p:extLst>
      <p:ext uri="{BB962C8B-B14F-4D97-AF65-F5344CB8AC3E}">
        <p14:creationId xmlns:p14="http://schemas.microsoft.com/office/powerpoint/2010/main" val="30572533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0791" y="1113510"/>
            <a:ext cx="9942409" cy="87619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417" y="2133600"/>
            <a:ext cx="9942409" cy="4305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432393" y="214858"/>
            <a:ext cx="2726376" cy="338328"/>
          </a:xfrm>
          <a:prstGeom prst="rect">
            <a:avLst/>
          </a:prstGeom>
        </p:spPr>
        <p:txBody>
          <a:bodyPr vert="horz" lIns="91440" tIns="45720" rIns="91440" bIns="45720" rtlCol="0" anchor="ctr"/>
          <a:lstStyle>
            <a:lvl1pPr algn="l" rtl="0">
              <a:defRPr sz="700" cap="all" baseline="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01100" y="214858"/>
            <a:ext cx="1920240" cy="338328"/>
          </a:xfrm>
          <a:prstGeom prst="rect">
            <a:avLst/>
          </a:prstGeom>
        </p:spPr>
        <p:txBody>
          <a:bodyPr vert="horz" lIns="91440" tIns="45720" rIns="91440" bIns="45720" rtlCol="0" anchor="ctr"/>
          <a:lstStyle>
            <a:lvl1pPr algn="l" rtl="0">
              <a:defRPr sz="700" cap="all" baseline="0">
                <a:solidFill>
                  <a:schemeClr val="tx1"/>
                </a:solidFill>
              </a:defRPr>
            </a:lvl1pPr>
          </a:lstStyle>
          <a:p>
            <a:fld id="{C764DE79-268F-4C1A-8933-263129D2AF90}" type="datetimeFigureOut">
              <a:rPr lang="en-US" smtClean="0"/>
              <a:t>9/23/2026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291657" y="214858"/>
            <a:ext cx="555948" cy="338328"/>
          </a:xfrm>
          <a:prstGeom prst="rect">
            <a:avLst/>
          </a:prstGeom>
        </p:spPr>
        <p:txBody>
          <a:bodyPr vert="horz" lIns="91440" tIns="45720" rIns="91440" bIns="45720" rtlCol="0" anchor="ctr"/>
          <a:lstStyle>
            <a:lvl1pPr algn="r" rtl="0">
              <a:defRPr sz="700" cap="all" baseline="0">
                <a:solidFill>
                  <a:schemeClr val="tx1"/>
                </a:solidFill>
              </a:defRPr>
            </a:lvl1pPr>
          </a:lstStyle>
          <a:p>
            <a:fld id="{48F63A3B-78C7-47BE-AE5E-E10140E04643}" type="slidenum">
              <a:rPr lang="en-US" smtClean="0"/>
              <a:t>‹#›</a:t>
            </a:fld>
            <a:endParaRPr lang="en-US"/>
          </a:p>
        </p:txBody>
      </p:sp>
    </p:spTree>
    <p:extLst>
      <p:ext uri="{BB962C8B-B14F-4D97-AF65-F5344CB8AC3E}">
        <p14:creationId xmlns:p14="http://schemas.microsoft.com/office/powerpoint/2010/main" val="1875087780"/>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Lst>
  <p:txStyles>
    <p:titleStyle>
      <a:lvl1pPr algn="l" defTabSz="914400" rtl="0" eaLnBrk="1" latinLnBrk="0" hangingPunct="1">
        <a:lnSpc>
          <a:spcPct val="85000"/>
        </a:lnSpc>
        <a:spcBef>
          <a:spcPct val="0"/>
        </a:spcBef>
        <a:buNone/>
        <a:defRPr sz="3000" b="0" kern="1200" spc="-11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64">
          <p15:clr>
            <a:srgbClr val="F26B43"/>
          </p15:clr>
        </p15:guide>
        <p15:guide id="4" orient="horz" pos="264">
          <p15:clr>
            <a:srgbClr val="F26B43"/>
          </p15:clr>
        </p15:guide>
        <p15:guide id="5" pos="7416">
          <p15:clr>
            <a:srgbClr val="F26B43"/>
          </p15:clr>
        </p15:guide>
        <p15:guide id="12" pos="4632">
          <p15:clr>
            <a:srgbClr val="F26B43"/>
          </p15:clr>
        </p15:guide>
        <p15:guide id="13" pos="5544">
          <p15:clr>
            <a:srgbClr val="F26B43"/>
          </p15:clr>
        </p15:guide>
        <p15:guide id="26" pos="2784">
          <p15:clr>
            <a:srgbClr val="F26B43"/>
          </p15:clr>
        </p15:guide>
        <p15:guide id="27" pos="3048">
          <p15:clr>
            <a:srgbClr val="F26B43"/>
          </p15:clr>
        </p15:guide>
        <p15:guide id="29" pos="3960">
          <p15:clr>
            <a:srgbClr val="F26B43"/>
          </p15:clr>
        </p15:guide>
        <p15:guide id="30" pos="1176">
          <p15:clr>
            <a:srgbClr val="F26B43"/>
          </p15:clr>
        </p15:guide>
        <p15:guide id="31" pos="912">
          <p15:clr>
            <a:srgbClr val="F26B43"/>
          </p15:clr>
        </p15:guide>
        <p15:guide id="32" pos="3696">
          <p15:clr>
            <a:srgbClr val="F26B43"/>
          </p15:clr>
        </p15:guide>
        <p15:guide id="33" pos="1848">
          <p15:clr>
            <a:srgbClr val="F26B43"/>
          </p15:clr>
        </p15:guide>
        <p15:guide id="34" pos="2112">
          <p15:clr>
            <a:srgbClr val="F26B43"/>
          </p15:clr>
        </p15:guide>
        <p15:guide id="36" pos="6528">
          <p15:clr>
            <a:srgbClr val="F26B43"/>
          </p15:clr>
        </p15:guide>
        <p15:guide id="37" pos="6744">
          <p15:clr>
            <a:srgbClr val="F26B43"/>
          </p15:clr>
        </p15:guide>
        <p15:guide id="42" orient="horz" pos="39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2.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50618-44B9-B5DF-8183-1556F237DF50}"/>
              </a:ext>
            </a:extLst>
          </p:cNvPr>
          <p:cNvSpPr>
            <a:spLocks noGrp="1"/>
          </p:cNvSpPr>
          <p:nvPr>
            <p:ph type="ctrTitle"/>
          </p:nvPr>
        </p:nvSpPr>
        <p:spPr>
          <a:xfrm>
            <a:off x="6295259" y="2525336"/>
            <a:ext cx="4800600" cy="2762187"/>
          </a:xfrm>
        </p:spPr>
        <p:txBody>
          <a:bodyPr>
            <a:normAutofit fontScale="90000"/>
          </a:bodyPr>
          <a:lstStyle/>
          <a:p>
            <a:r>
              <a:rPr lang="en-US" dirty="0"/>
              <a:t>I Got Transported to Another World and Got Married to a Vampire Shrimp but his Vampire Family Doesn't Approve of our Marriage</a:t>
            </a:r>
          </a:p>
        </p:txBody>
      </p:sp>
      <p:sp>
        <p:nvSpPr>
          <p:cNvPr id="3" name="Subtitle 2">
            <a:extLst>
              <a:ext uri="{FF2B5EF4-FFF2-40B4-BE49-F238E27FC236}">
                <a16:creationId xmlns:a16="http://schemas.microsoft.com/office/drawing/2014/main" id="{8877017B-6937-4593-DAA2-9EE7E14A7485}"/>
              </a:ext>
            </a:extLst>
          </p:cNvPr>
          <p:cNvSpPr>
            <a:spLocks noGrp="1"/>
          </p:cNvSpPr>
          <p:nvPr>
            <p:ph type="subTitle" idx="1"/>
          </p:nvPr>
        </p:nvSpPr>
        <p:spPr>
          <a:xfrm>
            <a:off x="6295259" y="5361384"/>
            <a:ext cx="5896741" cy="1496616"/>
          </a:xfrm>
        </p:spPr>
        <p:txBody>
          <a:bodyPr>
            <a:normAutofit/>
          </a:bodyPr>
          <a:lstStyle/>
          <a:p>
            <a:r>
              <a:rPr lang="en-US" i="1" dirty="0"/>
              <a:t>Systems Analysis Presentation</a:t>
            </a:r>
          </a:p>
          <a:p>
            <a:endParaRPr lang="en-US" i="1" dirty="0"/>
          </a:p>
          <a:p>
            <a:endParaRPr lang="en-US" i="1" dirty="0"/>
          </a:p>
          <a:p>
            <a:pPr algn="r"/>
            <a:r>
              <a:rPr lang="en-US" sz="1000" i="1" dirty="0"/>
              <a:t>You can call us “IGTTAWAGMTAVSBHVFDAOUM” for short…</a:t>
            </a:r>
          </a:p>
        </p:txBody>
      </p:sp>
      <p:sp>
        <p:nvSpPr>
          <p:cNvPr id="5" name="TextBox 4">
            <a:extLst>
              <a:ext uri="{FF2B5EF4-FFF2-40B4-BE49-F238E27FC236}">
                <a16:creationId xmlns:a16="http://schemas.microsoft.com/office/drawing/2014/main" id="{60C42B2C-4CB6-7E69-5B30-AF73E697080A}"/>
              </a:ext>
            </a:extLst>
          </p:cNvPr>
          <p:cNvSpPr txBox="1"/>
          <p:nvPr/>
        </p:nvSpPr>
        <p:spPr>
          <a:xfrm>
            <a:off x="83344" y="6401871"/>
            <a:ext cx="6110286" cy="369332"/>
          </a:xfrm>
          <a:prstGeom prst="rect">
            <a:avLst/>
          </a:prstGeom>
          <a:noFill/>
        </p:spPr>
        <p:txBody>
          <a:bodyPr wrap="square">
            <a:spAutoFit/>
          </a:bodyPr>
          <a:lstStyle/>
          <a:p>
            <a:r>
              <a:rPr lang="en-US" sz="1800" i="1" dirty="0"/>
              <a:t>Presenter: Adam</a:t>
            </a:r>
          </a:p>
        </p:txBody>
      </p:sp>
    </p:spTree>
    <p:extLst>
      <p:ext uri="{BB962C8B-B14F-4D97-AF65-F5344CB8AC3E}">
        <p14:creationId xmlns:p14="http://schemas.microsoft.com/office/powerpoint/2010/main" val="10506243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0F76F-2CFC-3D8A-C3DC-B529831942E9}"/>
              </a:ext>
            </a:extLst>
          </p:cNvPr>
          <p:cNvSpPr>
            <a:spLocks noGrp="1"/>
          </p:cNvSpPr>
          <p:nvPr>
            <p:ph type="title"/>
          </p:nvPr>
        </p:nvSpPr>
        <p:spPr/>
        <p:txBody>
          <a:bodyPr/>
          <a:lstStyle/>
          <a:p>
            <a:r>
              <a:rPr lang="en-US"/>
              <a:t>Intro</a:t>
            </a:r>
          </a:p>
        </p:txBody>
      </p:sp>
      <p:pic>
        <p:nvPicPr>
          <p:cNvPr id="5" name="Picture 4">
            <a:extLst>
              <a:ext uri="{FF2B5EF4-FFF2-40B4-BE49-F238E27FC236}">
                <a16:creationId xmlns:a16="http://schemas.microsoft.com/office/drawing/2014/main" id="{C2ED9B85-76C4-967B-2A9F-FB784CF35182}"/>
              </a:ext>
            </a:extLst>
          </p:cNvPr>
          <p:cNvPicPr>
            <a:picLocks noChangeAspect="1"/>
          </p:cNvPicPr>
          <p:nvPr/>
        </p:nvPicPr>
        <p:blipFill>
          <a:blip r:embed="rId3"/>
          <a:srcRect r="40412" b="34799"/>
          <a:stretch>
            <a:fillRect/>
          </a:stretch>
        </p:blipFill>
        <p:spPr>
          <a:xfrm>
            <a:off x="420791" y="1989703"/>
            <a:ext cx="4695203" cy="4332034"/>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pic>
        <p:nvPicPr>
          <p:cNvPr id="13" name="Picture 12" descr="A pixelated image depicts a red crab with a heart symbol above it.&#10;&#10;AI-generated content may be incorrect.">
            <a:extLst>
              <a:ext uri="{FF2B5EF4-FFF2-40B4-BE49-F238E27FC236}">
                <a16:creationId xmlns:a16="http://schemas.microsoft.com/office/drawing/2014/main" id="{64EAEFA0-FE8A-680C-3D4A-0276AC2071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15994" y="1400175"/>
            <a:ext cx="1595437" cy="1595437"/>
          </a:xfrm>
          <a:prstGeom prst="rect">
            <a:avLst/>
          </a:prstGeom>
        </p:spPr>
      </p:pic>
      <p:pic>
        <p:nvPicPr>
          <p:cNvPr id="15" name="Picture 14" descr="A red crab with a sword in its mouth, depicted in a simple pixel art style.&#10;&#10;AI-generated content may be incorrect.">
            <a:extLst>
              <a:ext uri="{FF2B5EF4-FFF2-40B4-BE49-F238E27FC236}">
                <a16:creationId xmlns:a16="http://schemas.microsoft.com/office/drawing/2014/main" id="{24D39451-AEE8-67A3-1EB1-9818A3FED6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06656" y="713148"/>
            <a:ext cx="1666875" cy="1676916"/>
          </a:xfrm>
          <a:prstGeom prst="rect">
            <a:avLst/>
          </a:prstGeom>
        </p:spPr>
      </p:pic>
      <p:pic>
        <p:nvPicPr>
          <p:cNvPr id="17" name="Picture 16" descr="A pixelated image depicts a red crab with a heart symbol above it.&#10;&#10;AI-generated content may be incorrect.">
            <a:extLst>
              <a:ext uri="{FF2B5EF4-FFF2-40B4-BE49-F238E27FC236}">
                <a16:creationId xmlns:a16="http://schemas.microsoft.com/office/drawing/2014/main" id="{E968D1B3-4732-1B9C-3C40-A4A1CF74BE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27728" y="1392165"/>
            <a:ext cx="1595437" cy="1595437"/>
          </a:xfrm>
          <a:prstGeom prst="rect">
            <a:avLst/>
          </a:prstGeom>
        </p:spPr>
      </p:pic>
      <p:pic>
        <p:nvPicPr>
          <p:cNvPr id="19" name="Picture 18" descr="A pixelated image depicts a red crab with a heart symbol above it.&#10;&#10;AI-generated content may be incorrect.">
            <a:extLst>
              <a:ext uri="{FF2B5EF4-FFF2-40B4-BE49-F238E27FC236}">
                <a16:creationId xmlns:a16="http://schemas.microsoft.com/office/drawing/2014/main" id="{DB14D8DC-8F47-39E5-8F99-3DF8DD09F8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37066" y="2091295"/>
            <a:ext cx="1595437" cy="1595437"/>
          </a:xfrm>
          <a:prstGeom prst="rect">
            <a:avLst/>
          </a:prstGeom>
        </p:spPr>
      </p:pic>
      <p:pic>
        <p:nvPicPr>
          <p:cNvPr id="21" name="Picture 20" descr="A red crab with a sword in its mouth, depicted in a simple pixel art style.&#10;&#10;AI-generated content may be incorrect.">
            <a:extLst>
              <a:ext uri="{FF2B5EF4-FFF2-40B4-BE49-F238E27FC236}">
                <a16:creationId xmlns:a16="http://schemas.microsoft.com/office/drawing/2014/main" id="{5F7551DB-3F78-3774-08F0-532308CFBE3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44556" y="2746682"/>
            <a:ext cx="1666875" cy="1676916"/>
          </a:xfrm>
          <a:prstGeom prst="rect">
            <a:avLst/>
          </a:prstGeom>
        </p:spPr>
      </p:pic>
      <p:pic>
        <p:nvPicPr>
          <p:cNvPr id="23" name="Picture 22" descr="A red crab with a sword in its mouth, depicted in a simple pixel art style.&#10;&#10;AI-generated content may be incorrect.">
            <a:extLst>
              <a:ext uri="{FF2B5EF4-FFF2-40B4-BE49-F238E27FC236}">
                <a16:creationId xmlns:a16="http://schemas.microsoft.com/office/drawing/2014/main" id="{1B1E766A-04C5-D0EB-3F4F-BF1D7DF277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32503" y="2746682"/>
            <a:ext cx="1666875" cy="1676916"/>
          </a:xfrm>
          <a:prstGeom prst="rect">
            <a:avLst/>
          </a:prstGeom>
        </p:spPr>
      </p:pic>
      <p:pic>
        <p:nvPicPr>
          <p:cNvPr id="25" name="Picture 24" descr="A red crab with a sword in its mouth, depicted in a simple pixel art style.&#10;&#10;AI-generated content may be incorrect.">
            <a:extLst>
              <a:ext uri="{FF2B5EF4-FFF2-40B4-BE49-F238E27FC236}">
                <a16:creationId xmlns:a16="http://schemas.microsoft.com/office/drawing/2014/main" id="{FDF447F9-62BB-7E35-94A1-E25BF0C1372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30833" y="3429000"/>
            <a:ext cx="1666875" cy="1676916"/>
          </a:xfrm>
          <a:prstGeom prst="rect">
            <a:avLst/>
          </a:prstGeom>
        </p:spPr>
      </p:pic>
      <p:pic>
        <p:nvPicPr>
          <p:cNvPr id="27" name="Picture 26" descr="A pixelated image depicts a red crab with a heart symbol above it.&#10;&#10;AI-generated content may be incorrect.">
            <a:extLst>
              <a:ext uri="{FF2B5EF4-FFF2-40B4-BE49-F238E27FC236}">
                <a16:creationId xmlns:a16="http://schemas.microsoft.com/office/drawing/2014/main" id="{CB600DFE-E672-475F-8F56-9E3090B80A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61243" y="4807147"/>
            <a:ext cx="1595437" cy="1595437"/>
          </a:xfrm>
          <a:prstGeom prst="rect">
            <a:avLst/>
          </a:prstGeom>
        </p:spPr>
      </p:pic>
      <p:pic>
        <p:nvPicPr>
          <p:cNvPr id="29" name="Picture 28" descr="A pixelated image depicts a red crab with a heart symbol above it.&#10;&#10;AI-generated content may be incorrect.">
            <a:extLst>
              <a:ext uri="{FF2B5EF4-FFF2-40B4-BE49-F238E27FC236}">
                <a16:creationId xmlns:a16="http://schemas.microsoft.com/office/drawing/2014/main" id="{E5380F50-2587-798D-ABB7-5DCD718042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11219" y="4023726"/>
            <a:ext cx="1595437" cy="1595437"/>
          </a:xfrm>
          <a:prstGeom prst="rect">
            <a:avLst/>
          </a:prstGeom>
        </p:spPr>
      </p:pic>
      <p:pic>
        <p:nvPicPr>
          <p:cNvPr id="31" name="Picture 30" descr="A red crab with a sword in its mouth, depicted in a simple pixel art style.&#10;&#10;AI-generated content may be incorrect.">
            <a:extLst>
              <a:ext uri="{FF2B5EF4-FFF2-40B4-BE49-F238E27FC236}">
                <a16:creationId xmlns:a16="http://schemas.microsoft.com/office/drawing/2014/main" id="{C6769028-BCB2-DA60-78B8-AE13D642BB6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39781" y="5370233"/>
            <a:ext cx="1666875" cy="1676916"/>
          </a:xfrm>
          <a:prstGeom prst="rect">
            <a:avLst/>
          </a:prstGeom>
        </p:spPr>
      </p:pic>
      <p:pic>
        <p:nvPicPr>
          <p:cNvPr id="33" name="Picture 32" descr="A pixelated image depicts a red crab with a heart symbol above it.&#10;&#10;AI-generated content may be incorrect.">
            <a:extLst>
              <a:ext uri="{FF2B5EF4-FFF2-40B4-BE49-F238E27FC236}">
                <a16:creationId xmlns:a16="http://schemas.microsoft.com/office/drawing/2014/main" id="{A90F4F3D-4588-AA3F-4E70-C1662F3CC1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67298" y="4192797"/>
            <a:ext cx="1595437" cy="1595437"/>
          </a:xfrm>
          <a:prstGeom prst="rect">
            <a:avLst/>
          </a:prstGeom>
        </p:spPr>
      </p:pic>
      <p:pic>
        <p:nvPicPr>
          <p:cNvPr id="35" name="Picture 34" descr="A red crab with a sword in its mouth, depicted in a simple pixel art style.&#10;&#10;AI-generated content may be incorrect.">
            <a:extLst>
              <a:ext uri="{FF2B5EF4-FFF2-40B4-BE49-F238E27FC236}">
                <a16:creationId xmlns:a16="http://schemas.microsoft.com/office/drawing/2014/main" id="{8AF27B38-0D4C-24E4-363B-D82463D5253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95860" y="5539304"/>
            <a:ext cx="1666875" cy="1676916"/>
          </a:xfrm>
          <a:prstGeom prst="rect">
            <a:avLst/>
          </a:prstGeom>
        </p:spPr>
      </p:pic>
      <p:pic>
        <p:nvPicPr>
          <p:cNvPr id="41" name="Picture 40" descr="A red crab with a sword in its mouth, depicted in a simple pixel art style.&#10;&#10;AI-generated content may be incorrect.">
            <a:extLst>
              <a:ext uri="{FF2B5EF4-FFF2-40B4-BE49-F238E27FC236}">
                <a16:creationId xmlns:a16="http://schemas.microsoft.com/office/drawing/2014/main" id="{09C5AA30-8984-F605-7125-51510873134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60159" y="713148"/>
            <a:ext cx="1666875" cy="1676916"/>
          </a:xfrm>
          <a:prstGeom prst="rect">
            <a:avLst/>
          </a:prstGeom>
        </p:spPr>
      </p:pic>
      <p:pic>
        <p:nvPicPr>
          <p:cNvPr id="43" name="Picture 42" descr="A pixelated image depicts a red crab with a heart symbol above it.&#10;&#10;AI-generated content may be incorrect.">
            <a:extLst>
              <a:ext uri="{FF2B5EF4-FFF2-40B4-BE49-F238E27FC236}">
                <a16:creationId xmlns:a16="http://schemas.microsoft.com/office/drawing/2014/main" id="{694A77D3-02AC-1129-5915-6D5CE1611E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90569" y="2091295"/>
            <a:ext cx="1595437" cy="1595437"/>
          </a:xfrm>
          <a:prstGeom prst="rect">
            <a:avLst/>
          </a:prstGeom>
        </p:spPr>
      </p:pic>
      <p:pic>
        <p:nvPicPr>
          <p:cNvPr id="45" name="Picture 44" descr="A red crab with a sword in its mouth, depicted in a simple pixel art style.&#10;&#10;AI-generated content may be incorrect.">
            <a:extLst>
              <a:ext uri="{FF2B5EF4-FFF2-40B4-BE49-F238E27FC236}">
                <a16:creationId xmlns:a16="http://schemas.microsoft.com/office/drawing/2014/main" id="{010C0B3C-EB59-6D59-7BC7-3B76C33CE1F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84336" y="3429000"/>
            <a:ext cx="1666875" cy="1676916"/>
          </a:xfrm>
          <a:prstGeom prst="rect">
            <a:avLst/>
          </a:prstGeom>
        </p:spPr>
      </p:pic>
      <p:pic>
        <p:nvPicPr>
          <p:cNvPr id="47" name="Picture 46" descr="A pixelated image depicts a red crab with a heart symbol above it.&#10;&#10;AI-generated content may be incorrect.">
            <a:extLst>
              <a:ext uri="{FF2B5EF4-FFF2-40B4-BE49-F238E27FC236}">
                <a16:creationId xmlns:a16="http://schemas.microsoft.com/office/drawing/2014/main" id="{ADE38C1E-3EEE-D394-4C28-F333EE278E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14746" y="4807147"/>
            <a:ext cx="1595437" cy="1595437"/>
          </a:xfrm>
          <a:prstGeom prst="rect">
            <a:avLst/>
          </a:prstGeom>
        </p:spPr>
      </p:pic>
      <p:pic>
        <p:nvPicPr>
          <p:cNvPr id="49" name="Picture 48" descr="A pixelated image depicts a red crab with a heart symbol above it.&#10;&#10;AI-generated content may be incorrect.">
            <a:extLst>
              <a:ext uri="{FF2B5EF4-FFF2-40B4-BE49-F238E27FC236}">
                <a16:creationId xmlns:a16="http://schemas.microsoft.com/office/drawing/2014/main" id="{1A4F79D9-3499-16F8-0511-BFEB53BC76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77587" y="1179474"/>
            <a:ext cx="1595437" cy="1595437"/>
          </a:xfrm>
          <a:prstGeom prst="rect">
            <a:avLst/>
          </a:prstGeom>
        </p:spPr>
      </p:pic>
      <p:pic>
        <p:nvPicPr>
          <p:cNvPr id="51" name="Picture 50" descr="A red crab with a sword in its mouth, depicted in a simple pixel art style.&#10;&#10;AI-generated content may be incorrect.">
            <a:extLst>
              <a:ext uri="{FF2B5EF4-FFF2-40B4-BE49-F238E27FC236}">
                <a16:creationId xmlns:a16="http://schemas.microsoft.com/office/drawing/2014/main" id="{A9CD6120-0221-EB9A-0428-3CBB8754318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282362" y="2533991"/>
            <a:ext cx="1666875" cy="1676916"/>
          </a:xfrm>
          <a:prstGeom prst="rect">
            <a:avLst/>
          </a:prstGeom>
        </p:spPr>
      </p:pic>
      <p:pic>
        <p:nvPicPr>
          <p:cNvPr id="53" name="Picture 52" descr="A pixelated image depicts a red crab with a heart symbol above it.&#10;&#10;AI-generated content may be incorrect.">
            <a:extLst>
              <a:ext uri="{FF2B5EF4-FFF2-40B4-BE49-F238E27FC236}">
                <a16:creationId xmlns:a16="http://schemas.microsoft.com/office/drawing/2014/main" id="{9D1291B4-08E0-80C1-7775-E6529CF994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17157" y="3980106"/>
            <a:ext cx="1595437" cy="1595437"/>
          </a:xfrm>
          <a:prstGeom prst="rect">
            <a:avLst/>
          </a:prstGeom>
        </p:spPr>
      </p:pic>
      <p:pic>
        <p:nvPicPr>
          <p:cNvPr id="55" name="Picture 54" descr="A red crab with a sword in its mouth, depicted in a simple pixel art style.&#10;&#10;AI-generated content may be incorrect.">
            <a:extLst>
              <a:ext uri="{FF2B5EF4-FFF2-40B4-BE49-F238E27FC236}">
                <a16:creationId xmlns:a16="http://schemas.microsoft.com/office/drawing/2014/main" id="{A389F08C-3BE7-B81D-F943-C3E5055892D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245719" y="5326613"/>
            <a:ext cx="1666875" cy="1676916"/>
          </a:xfrm>
          <a:prstGeom prst="rect">
            <a:avLst/>
          </a:prstGeom>
        </p:spPr>
      </p:pic>
      <p:sp>
        <p:nvSpPr>
          <p:cNvPr id="56" name="TextBox 55">
            <a:extLst>
              <a:ext uri="{FF2B5EF4-FFF2-40B4-BE49-F238E27FC236}">
                <a16:creationId xmlns:a16="http://schemas.microsoft.com/office/drawing/2014/main" id="{D355CE11-47AC-4A71-B1A7-4EA04E7814D9}"/>
              </a:ext>
            </a:extLst>
          </p:cNvPr>
          <p:cNvSpPr txBox="1"/>
          <p:nvPr/>
        </p:nvSpPr>
        <p:spPr>
          <a:xfrm>
            <a:off x="138802" y="6402584"/>
            <a:ext cx="2541484" cy="369332"/>
          </a:xfrm>
          <a:prstGeom prst="rect">
            <a:avLst/>
          </a:prstGeom>
          <a:noFill/>
        </p:spPr>
        <p:txBody>
          <a:bodyPr wrap="square" rtlCol="0">
            <a:spAutoFit/>
          </a:bodyPr>
          <a:lstStyle/>
          <a:p>
            <a:r>
              <a:rPr lang="en-US" i="1" dirty="0"/>
              <a:t>Presenter: Adam</a:t>
            </a:r>
          </a:p>
        </p:txBody>
      </p:sp>
    </p:spTree>
    <p:extLst>
      <p:ext uri="{BB962C8B-B14F-4D97-AF65-F5344CB8AC3E}">
        <p14:creationId xmlns:p14="http://schemas.microsoft.com/office/powerpoint/2010/main" val="879667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9DA4B-50AA-6B8E-2BAC-36B42D2146F1}"/>
              </a:ext>
            </a:extLst>
          </p:cNvPr>
          <p:cNvSpPr>
            <a:spLocks noGrp="1"/>
          </p:cNvSpPr>
          <p:nvPr>
            <p:ph type="title"/>
          </p:nvPr>
        </p:nvSpPr>
        <p:spPr/>
        <p:txBody>
          <a:bodyPr/>
          <a:lstStyle/>
          <a:p>
            <a:pPr algn="ctr"/>
            <a:r>
              <a:rPr lang="en-US"/>
              <a:t>IGTTAWAGMTAVSBHVFDAOUM </a:t>
            </a:r>
            <a:br>
              <a:rPr lang="en-US"/>
            </a:br>
            <a:r>
              <a:rPr lang="en-US"/>
              <a:t>development team</a:t>
            </a:r>
          </a:p>
        </p:txBody>
      </p:sp>
      <p:sp>
        <p:nvSpPr>
          <p:cNvPr id="3" name="Rectangle 2">
            <a:extLst>
              <a:ext uri="{FF2B5EF4-FFF2-40B4-BE49-F238E27FC236}">
                <a16:creationId xmlns:a16="http://schemas.microsoft.com/office/drawing/2014/main" id="{E11AC908-BE4C-E841-4981-0B377A8E4213}"/>
              </a:ext>
            </a:extLst>
          </p:cNvPr>
          <p:cNvSpPr/>
          <p:nvPr/>
        </p:nvSpPr>
        <p:spPr>
          <a:xfrm>
            <a:off x="2430160" y="2388972"/>
            <a:ext cx="1534297" cy="1050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TL1</a:t>
            </a:r>
          </a:p>
          <a:p>
            <a:pPr algn="ctr"/>
            <a:r>
              <a:rPr lang="en-US"/>
              <a:t>Adam</a:t>
            </a:r>
          </a:p>
        </p:txBody>
      </p:sp>
      <p:sp>
        <p:nvSpPr>
          <p:cNvPr id="4" name="Rectangle 3">
            <a:extLst>
              <a:ext uri="{FF2B5EF4-FFF2-40B4-BE49-F238E27FC236}">
                <a16:creationId xmlns:a16="http://schemas.microsoft.com/office/drawing/2014/main" id="{E73C9FFD-F083-1929-EE34-A9A9B4194C20}"/>
              </a:ext>
            </a:extLst>
          </p:cNvPr>
          <p:cNvSpPr/>
          <p:nvPr/>
        </p:nvSpPr>
        <p:spPr>
          <a:xfrm>
            <a:off x="4496484" y="2388972"/>
            <a:ext cx="1534297" cy="1050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TL2</a:t>
            </a:r>
          </a:p>
          <a:p>
            <a:pPr algn="ctr"/>
            <a:r>
              <a:rPr lang="en-US">
                <a:ea typeface="+mn-lt"/>
                <a:cs typeface="+mn-lt"/>
              </a:rPr>
              <a:t>Hayden</a:t>
            </a:r>
            <a:endParaRPr lang="en-US"/>
          </a:p>
        </p:txBody>
      </p:sp>
      <p:sp>
        <p:nvSpPr>
          <p:cNvPr id="5" name="Rectangle 4">
            <a:extLst>
              <a:ext uri="{FF2B5EF4-FFF2-40B4-BE49-F238E27FC236}">
                <a16:creationId xmlns:a16="http://schemas.microsoft.com/office/drawing/2014/main" id="{E86AF0B9-BF81-6774-101F-EEF065EBD224}"/>
              </a:ext>
            </a:extLst>
          </p:cNvPr>
          <p:cNvSpPr/>
          <p:nvPr/>
        </p:nvSpPr>
        <p:spPr>
          <a:xfrm>
            <a:off x="6562808" y="2388972"/>
            <a:ext cx="1534297" cy="1050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TL2+</a:t>
            </a:r>
          </a:p>
          <a:p>
            <a:pPr algn="ctr"/>
            <a:r>
              <a:rPr lang="en-US">
                <a:ea typeface="+mn-lt"/>
                <a:cs typeface="+mn-lt"/>
              </a:rPr>
              <a:t>Gagan</a:t>
            </a:r>
            <a:endParaRPr lang="en-US"/>
          </a:p>
        </p:txBody>
      </p:sp>
      <p:sp>
        <p:nvSpPr>
          <p:cNvPr id="6" name="Rectangle 5">
            <a:extLst>
              <a:ext uri="{FF2B5EF4-FFF2-40B4-BE49-F238E27FC236}">
                <a16:creationId xmlns:a16="http://schemas.microsoft.com/office/drawing/2014/main" id="{3462C573-5DD5-9262-D25A-ADEBFF49F67F}"/>
              </a:ext>
            </a:extLst>
          </p:cNvPr>
          <p:cNvSpPr/>
          <p:nvPr/>
        </p:nvSpPr>
        <p:spPr>
          <a:xfrm>
            <a:off x="8629132" y="2388972"/>
            <a:ext cx="1534297" cy="1050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t>TL3</a:t>
            </a:r>
          </a:p>
          <a:p>
            <a:pPr algn="ctr"/>
            <a:r>
              <a:rPr lang="en-US" dirty="0" err="1">
                <a:ea typeface="+mn-lt"/>
                <a:cs typeface="+mn-lt"/>
              </a:rPr>
              <a:t>Shenghao</a:t>
            </a:r>
            <a:endParaRPr lang="en-US" dirty="0"/>
          </a:p>
        </p:txBody>
      </p:sp>
      <p:sp>
        <p:nvSpPr>
          <p:cNvPr id="7" name="Rectangle 6">
            <a:extLst>
              <a:ext uri="{FF2B5EF4-FFF2-40B4-BE49-F238E27FC236}">
                <a16:creationId xmlns:a16="http://schemas.microsoft.com/office/drawing/2014/main" id="{F0BE7A23-6C3C-5BCB-ADAC-917CC8DEC24E}"/>
              </a:ext>
            </a:extLst>
          </p:cNvPr>
          <p:cNvSpPr/>
          <p:nvPr/>
        </p:nvSpPr>
        <p:spPr>
          <a:xfrm>
            <a:off x="3223052" y="4057134"/>
            <a:ext cx="1534297" cy="1050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TL4</a:t>
            </a:r>
          </a:p>
          <a:p>
            <a:pPr algn="ctr"/>
            <a:r>
              <a:rPr lang="en-US">
                <a:ea typeface="+mn-lt"/>
                <a:cs typeface="+mn-lt"/>
              </a:rPr>
              <a:t>Michael</a:t>
            </a:r>
            <a:endParaRPr lang="en-US"/>
          </a:p>
        </p:txBody>
      </p:sp>
      <p:sp>
        <p:nvSpPr>
          <p:cNvPr id="8" name="Rectangle 7">
            <a:extLst>
              <a:ext uri="{FF2B5EF4-FFF2-40B4-BE49-F238E27FC236}">
                <a16:creationId xmlns:a16="http://schemas.microsoft.com/office/drawing/2014/main" id="{261D6336-AE33-0A9F-E1C2-2D00B4B20485}"/>
              </a:ext>
            </a:extLst>
          </p:cNvPr>
          <p:cNvSpPr/>
          <p:nvPr/>
        </p:nvSpPr>
        <p:spPr>
          <a:xfrm>
            <a:off x="5323700" y="4057134"/>
            <a:ext cx="1534297" cy="1050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TL5</a:t>
            </a:r>
          </a:p>
          <a:p>
            <a:pPr algn="ctr"/>
            <a:r>
              <a:rPr lang="en-US">
                <a:ea typeface="+mn-lt"/>
                <a:cs typeface="+mn-lt"/>
              </a:rPr>
              <a:t>Wyatt</a:t>
            </a:r>
            <a:endParaRPr lang="en-US"/>
          </a:p>
        </p:txBody>
      </p:sp>
      <p:sp>
        <p:nvSpPr>
          <p:cNvPr id="9" name="Rectangle 8">
            <a:extLst>
              <a:ext uri="{FF2B5EF4-FFF2-40B4-BE49-F238E27FC236}">
                <a16:creationId xmlns:a16="http://schemas.microsoft.com/office/drawing/2014/main" id="{1A1FD7E0-0369-7550-EC9B-9DB199B22B43}"/>
              </a:ext>
            </a:extLst>
          </p:cNvPr>
          <p:cNvSpPr/>
          <p:nvPr/>
        </p:nvSpPr>
        <p:spPr>
          <a:xfrm>
            <a:off x="7424348" y="4057134"/>
            <a:ext cx="1534297" cy="1050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TL6</a:t>
            </a:r>
          </a:p>
          <a:p>
            <a:pPr algn="ctr"/>
            <a:r>
              <a:rPr lang="en-US">
                <a:ea typeface="+mn-lt"/>
                <a:cs typeface="+mn-lt"/>
              </a:rPr>
              <a:t>Nishant</a:t>
            </a:r>
            <a:endParaRPr lang="en-US"/>
          </a:p>
        </p:txBody>
      </p:sp>
      <p:sp>
        <p:nvSpPr>
          <p:cNvPr id="11" name="TextBox 10">
            <a:extLst>
              <a:ext uri="{FF2B5EF4-FFF2-40B4-BE49-F238E27FC236}">
                <a16:creationId xmlns:a16="http://schemas.microsoft.com/office/drawing/2014/main" id="{4D0E2309-2298-3A6A-2BCD-3892AB23F5E5}"/>
              </a:ext>
            </a:extLst>
          </p:cNvPr>
          <p:cNvSpPr txBox="1"/>
          <p:nvPr/>
        </p:nvSpPr>
        <p:spPr>
          <a:xfrm>
            <a:off x="66675" y="6387584"/>
            <a:ext cx="6096000" cy="369332"/>
          </a:xfrm>
          <a:prstGeom prst="rect">
            <a:avLst/>
          </a:prstGeom>
          <a:noFill/>
        </p:spPr>
        <p:txBody>
          <a:bodyPr wrap="square">
            <a:spAutoFit/>
          </a:bodyPr>
          <a:lstStyle/>
          <a:p>
            <a:r>
              <a:rPr lang="en-US" sz="1800" i="1" dirty="0"/>
              <a:t>Presenter: Adam</a:t>
            </a:r>
          </a:p>
        </p:txBody>
      </p:sp>
    </p:spTree>
    <p:extLst>
      <p:ext uri="{BB962C8B-B14F-4D97-AF65-F5344CB8AC3E}">
        <p14:creationId xmlns:p14="http://schemas.microsoft.com/office/powerpoint/2010/main" val="2969398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05746B2-FC7A-5BB5-FFFF-3BD0313036A3}"/>
              </a:ext>
            </a:extLst>
          </p:cNvPr>
          <p:cNvPicPr>
            <a:picLocks noChangeAspect="1"/>
          </p:cNvPicPr>
          <p:nvPr/>
        </p:nvPicPr>
        <p:blipFill>
          <a:blip r:embed="rId3"/>
          <a:srcRect l="25"/>
          <a:stretch>
            <a:fillRect/>
          </a:stretch>
        </p:blipFill>
        <p:spPr>
          <a:xfrm>
            <a:off x="20" y="10"/>
            <a:ext cx="12188932" cy="6857990"/>
          </a:xfrm>
          <a:prstGeom prst="rect">
            <a:avLst/>
          </a:prstGeom>
          <a:noFill/>
        </p:spPr>
      </p:pic>
      <p:sp>
        <p:nvSpPr>
          <p:cNvPr id="2" name="Title 1">
            <a:extLst>
              <a:ext uri="{FF2B5EF4-FFF2-40B4-BE49-F238E27FC236}">
                <a16:creationId xmlns:a16="http://schemas.microsoft.com/office/drawing/2014/main" id="{E7673B88-4E05-5F32-72FB-584F6CBC8043}"/>
              </a:ext>
            </a:extLst>
          </p:cNvPr>
          <p:cNvSpPr>
            <a:spLocks noGrp="1"/>
          </p:cNvSpPr>
          <p:nvPr>
            <p:ph type="title"/>
          </p:nvPr>
        </p:nvSpPr>
        <p:spPr>
          <a:xfrm>
            <a:off x="0" y="4463843"/>
            <a:ext cx="12188952" cy="2394157"/>
          </a:xfrm>
        </p:spPr>
        <p:txBody>
          <a:bodyPr anchor="b">
            <a:normAutofit/>
          </a:bodyPr>
          <a:lstStyle/>
          <a:p>
            <a:r>
              <a:rPr lang="en-US" dirty="0"/>
              <a:t>Story Board #1</a:t>
            </a:r>
            <a:br>
              <a:rPr lang="en-US" dirty="0"/>
            </a:br>
            <a:r>
              <a:rPr lang="en-US" sz="3200" i="1" dirty="0"/>
              <a:t>Introductory Story Beat (Cutscene)</a:t>
            </a:r>
            <a:endParaRPr lang="en-US" dirty="0"/>
          </a:p>
        </p:txBody>
      </p:sp>
      <p:sp>
        <p:nvSpPr>
          <p:cNvPr id="10" name="Subtitle 3">
            <a:extLst>
              <a:ext uri="{FF2B5EF4-FFF2-40B4-BE49-F238E27FC236}">
                <a16:creationId xmlns:a16="http://schemas.microsoft.com/office/drawing/2014/main" id="{2ADAA947-C755-E226-A495-EFAF782AFF23}"/>
              </a:ext>
            </a:extLst>
          </p:cNvPr>
          <p:cNvSpPr>
            <a:spLocks noGrp="1"/>
          </p:cNvSpPr>
          <p:nvPr>
            <p:ph type="subTitle" idx="1"/>
          </p:nvPr>
        </p:nvSpPr>
        <p:spPr>
          <a:xfrm>
            <a:off x="8801099" y="4463843"/>
            <a:ext cx="3387853" cy="2394157"/>
          </a:xfrm>
        </p:spPr>
        <p:txBody>
          <a:bodyPr/>
          <a:lstStyle/>
          <a:p>
            <a:endParaRPr lang="en-US" dirty="0"/>
          </a:p>
        </p:txBody>
      </p:sp>
      <p:pic>
        <p:nvPicPr>
          <p:cNvPr id="7" name="Picture 6" descr="A pixelated image depicts a red crab with a heart symbol above it.&#10;&#10;AI-generated content may be incorrect.">
            <a:extLst>
              <a:ext uri="{FF2B5EF4-FFF2-40B4-BE49-F238E27FC236}">
                <a16:creationId xmlns:a16="http://schemas.microsoft.com/office/drawing/2014/main" id="{9AA2B042-9A32-FF0F-7D03-6984339232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40909" y="45694"/>
            <a:ext cx="900343" cy="900343"/>
          </a:xfrm>
          <a:prstGeom prst="rect">
            <a:avLst/>
          </a:prstGeom>
        </p:spPr>
      </p:pic>
      <p:sp>
        <p:nvSpPr>
          <p:cNvPr id="9" name="TextBox 8">
            <a:extLst>
              <a:ext uri="{FF2B5EF4-FFF2-40B4-BE49-F238E27FC236}">
                <a16:creationId xmlns:a16="http://schemas.microsoft.com/office/drawing/2014/main" id="{ED178AE4-BAB3-F2A7-99D8-029838B4FDD2}"/>
              </a:ext>
            </a:extLst>
          </p:cNvPr>
          <p:cNvSpPr txBox="1"/>
          <p:nvPr/>
        </p:nvSpPr>
        <p:spPr>
          <a:xfrm>
            <a:off x="0" y="45694"/>
            <a:ext cx="6105524" cy="369332"/>
          </a:xfrm>
          <a:prstGeom prst="rect">
            <a:avLst/>
          </a:prstGeom>
          <a:noFill/>
        </p:spPr>
        <p:txBody>
          <a:bodyPr wrap="square">
            <a:spAutoFit/>
          </a:bodyPr>
          <a:lstStyle/>
          <a:p>
            <a:r>
              <a:rPr lang="en-US" sz="1800" i="1" dirty="0"/>
              <a:t>Presenter: </a:t>
            </a:r>
            <a:r>
              <a:rPr lang="en-US" i="1" dirty="0"/>
              <a:t>Michael</a:t>
            </a:r>
            <a:endParaRPr lang="en-US" sz="1800" i="1" dirty="0"/>
          </a:p>
        </p:txBody>
      </p:sp>
    </p:spTree>
    <p:extLst>
      <p:ext uri="{BB962C8B-B14F-4D97-AF65-F5344CB8AC3E}">
        <p14:creationId xmlns:p14="http://schemas.microsoft.com/office/powerpoint/2010/main" val="3243005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8ED3D-7E5A-E584-08B8-A77DEAE065E5}"/>
            </a:ext>
          </a:extLst>
        </p:cNvPr>
        <p:cNvGrpSpPr/>
        <p:nvPr/>
      </p:nvGrpSpPr>
      <p:grpSpPr>
        <a:xfrm>
          <a:off x="0" y="0"/>
          <a:ext cx="0" cy="0"/>
          <a:chOff x="0" y="0"/>
          <a:chExt cx="0" cy="0"/>
        </a:xfrm>
      </p:grpSpPr>
      <p:pic>
        <p:nvPicPr>
          <p:cNvPr id="5" name="Picture 4" descr="A pixelated image depicts a large, green, underwater creature with a triangular fin swimming above a wall, with a small human figure peering down at it.&#10;&#10;AI-generated content may be incorrect.">
            <a:extLst>
              <a:ext uri="{FF2B5EF4-FFF2-40B4-BE49-F238E27FC236}">
                <a16:creationId xmlns:a16="http://schemas.microsoft.com/office/drawing/2014/main" id="{7F78F9D7-18F6-97DC-91B1-6BAA9A37CBE1}"/>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40000"/>
                    </a14:imgEffect>
                  </a14:imgLayer>
                </a14:imgProps>
              </a:ext>
            </a:extLst>
          </a:blip>
          <a:srcRect r="25"/>
          <a:stretch>
            <a:fillRect/>
          </a:stretch>
        </p:blipFill>
        <p:spPr>
          <a:xfrm>
            <a:off x="20" y="10"/>
            <a:ext cx="12188932" cy="6857990"/>
          </a:xfrm>
          <a:prstGeom prst="rect">
            <a:avLst/>
          </a:prstGeom>
          <a:noFill/>
        </p:spPr>
      </p:pic>
      <p:sp>
        <p:nvSpPr>
          <p:cNvPr id="2" name="Title 1">
            <a:extLst>
              <a:ext uri="{FF2B5EF4-FFF2-40B4-BE49-F238E27FC236}">
                <a16:creationId xmlns:a16="http://schemas.microsoft.com/office/drawing/2014/main" id="{425EE88E-86C6-87BF-8C9D-6A7857A44461}"/>
              </a:ext>
            </a:extLst>
          </p:cNvPr>
          <p:cNvSpPr>
            <a:spLocks noGrp="1"/>
          </p:cNvSpPr>
          <p:nvPr>
            <p:ph type="title"/>
          </p:nvPr>
        </p:nvSpPr>
        <p:spPr>
          <a:xfrm>
            <a:off x="0" y="4463843"/>
            <a:ext cx="12188952" cy="2394157"/>
          </a:xfrm>
        </p:spPr>
        <p:txBody>
          <a:bodyPr anchor="b">
            <a:normAutofit/>
          </a:bodyPr>
          <a:lstStyle/>
          <a:p>
            <a:r>
              <a:rPr lang="en-US" dirty="0"/>
              <a:t>Story Board #2</a:t>
            </a:r>
            <a:br>
              <a:rPr lang="en-US" dirty="0"/>
            </a:br>
            <a:r>
              <a:rPr lang="en-US" sz="2400" i="1" dirty="0"/>
              <a:t>Introductory Action Story Beat (Tutorial / Level 1)</a:t>
            </a:r>
            <a:endParaRPr lang="en-US" dirty="0"/>
          </a:p>
        </p:txBody>
      </p:sp>
      <p:pic>
        <p:nvPicPr>
          <p:cNvPr id="7" name="Picture 6" descr="A pixelated image depicts a red crab with a heart symbol above it.&#10;&#10;AI-generated content may be incorrect.">
            <a:extLst>
              <a:ext uri="{FF2B5EF4-FFF2-40B4-BE49-F238E27FC236}">
                <a16:creationId xmlns:a16="http://schemas.microsoft.com/office/drawing/2014/main" id="{48710205-24A1-3802-EF20-841D4EF0E0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240909" y="45694"/>
            <a:ext cx="900343" cy="900343"/>
          </a:xfrm>
          <a:prstGeom prst="rect">
            <a:avLst/>
          </a:prstGeom>
        </p:spPr>
      </p:pic>
      <p:sp>
        <p:nvSpPr>
          <p:cNvPr id="9" name="TextBox 8">
            <a:extLst>
              <a:ext uri="{FF2B5EF4-FFF2-40B4-BE49-F238E27FC236}">
                <a16:creationId xmlns:a16="http://schemas.microsoft.com/office/drawing/2014/main" id="{AD044E87-5F6B-687A-E14F-ABF1092F4FF2}"/>
              </a:ext>
            </a:extLst>
          </p:cNvPr>
          <p:cNvSpPr txBox="1"/>
          <p:nvPr/>
        </p:nvSpPr>
        <p:spPr>
          <a:xfrm>
            <a:off x="0" y="45694"/>
            <a:ext cx="6105524" cy="369332"/>
          </a:xfrm>
          <a:prstGeom prst="rect">
            <a:avLst/>
          </a:prstGeom>
          <a:noFill/>
        </p:spPr>
        <p:txBody>
          <a:bodyPr wrap="square">
            <a:spAutoFit/>
          </a:bodyPr>
          <a:lstStyle/>
          <a:p>
            <a:r>
              <a:rPr lang="en-US" sz="1800" i="1" dirty="0"/>
              <a:t>Presenter: </a:t>
            </a:r>
            <a:r>
              <a:rPr lang="en-US" i="1" dirty="0"/>
              <a:t>Michael</a:t>
            </a:r>
            <a:endParaRPr lang="en-US" sz="1800" i="1" dirty="0"/>
          </a:p>
        </p:txBody>
      </p:sp>
    </p:spTree>
    <p:extLst>
      <p:ext uri="{BB962C8B-B14F-4D97-AF65-F5344CB8AC3E}">
        <p14:creationId xmlns:p14="http://schemas.microsoft.com/office/powerpoint/2010/main" val="1527744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30B30-47D5-53C3-A695-B38FFCB99380}"/>
            </a:ext>
          </a:extLst>
        </p:cNvPr>
        <p:cNvGrpSpPr/>
        <p:nvPr/>
      </p:nvGrpSpPr>
      <p:grpSpPr>
        <a:xfrm>
          <a:off x="0" y="0"/>
          <a:ext cx="0" cy="0"/>
          <a:chOff x="0" y="0"/>
          <a:chExt cx="0" cy="0"/>
        </a:xfrm>
      </p:grpSpPr>
      <p:pic>
        <p:nvPicPr>
          <p:cNvPr id="5" name="Picture 4" descr="A pixelated image depicts a large, green, underwater creature with a triangular fin swimming above a wall, with a small human figure peering down at it.&#10;&#10;AI-generated content may be incorrect.">
            <a:extLst>
              <a:ext uri="{FF2B5EF4-FFF2-40B4-BE49-F238E27FC236}">
                <a16:creationId xmlns:a16="http://schemas.microsoft.com/office/drawing/2014/main" id="{59013CBD-36DA-C70C-90AB-B4852CB651F3}"/>
              </a:ext>
            </a:extLst>
          </p:cNvPr>
          <p:cNvPicPr>
            <a:picLocks noChangeAspect="1"/>
          </p:cNvPicPr>
          <p:nvPr/>
        </p:nvPicPr>
        <p:blipFill>
          <a:blip r:embed="rId3">
            <a:duotone>
              <a:schemeClr val="accent1">
                <a:shade val="45000"/>
                <a:satMod val="135000"/>
              </a:schemeClr>
              <a:prstClr val="white"/>
            </a:duotone>
          </a:blip>
          <a:srcRect r="25"/>
          <a:stretch>
            <a:fillRect/>
          </a:stretch>
        </p:blipFill>
        <p:spPr>
          <a:xfrm>
            <a:off x="20" y="10"/>
            <a:ext cx="12188932" cy="6857990"/>
          </a:xfrm>
          <a:prstGeom prst="rect">
            <a:avLst/>
          </a:prstGeom>
          <a:noFill/>
        </p:spPr>
      </p:pic>
      <p:sp>
        <p:nvSpPr>
          <p:cNvPr id="2" name="Title 1">
            <a:extLst>
              <a:ext uri="{FF2B5EF4-FFF2-40B4-BE49-F238E27FC236}">
                <a16:creationId xmlns:a16="http://schemas.microsoft.com/office/drawing/2014/main" id="{BFDBB417-58E1-08F8-FFEB-B14C7DF3D78B}"/>
              </a:ext>
            </a:extLst>
          </p:cNvPr>
          <p:cNvSpPr>
            <a:spLocks noGrp="1"/>
          </p:cNvSpPr>
          <p:nvPr>
            <p:ph type="title"/>
          </p:nvPr>
        </p:nvSpPr>
        <p:spPr>
          <a:xfrm>
            <a:off x="0" y="4463843"/>
            <a:ext cx="15944850" cy="2394157"/>
          </a:xfrm>
        </p:spPr>
        <p:txBody>
          <a:bodyPr anchor="b">
            <a:normAutofit/>
          </a:bodyPr>
          <a:lstStyle/>
          <a:p>
            <a:r>
              <a:rPr lang="en-US" sz="3700" dirty="0"/>
              <a:t>Story Board #3</a:t>
            </a:r>
            <a:br>
              <a:rPr lang="en-US" sz="3700" dirty="0"/>
            </a:br>
            <a:r>
              <a:rPr lang="en-US" sz="2400" i="1" dirty="0"/>
              <a:t>Turning Point – Late to Your Own Wedding; Family Disapproval (Level 2)</a:t>
            </a:r>
            <a:endParaRPr lang="en-US" sz="3700" dirty="0"/>
          </a:p>
        </p:txBody>
      </p:sp>
      <p:pic>
        <p:nvPicPr>
          <p:cNvPr id="7" name="Picture 6" descr="A pixelated image depicts a red crab with a heart symbol above it.&#10;&#10;AI-generated content may be incorrect.">
            <a:extLst>
              <a:ext uri="{FF2B5EF4-FFF2-40B4-BE49-F238E27FC236}">
                <a16:creationId xmlns:a16="http://schemas.microsoft.com/office/drawing/2014/main" id="{94CB6A90-F2DC-272E-E4E3-25E8F45B82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40909" y="45694"/>
            <a:ext cx="900343" cy="900343"/>
          </a:xfrm>
          <a:prstGeom prst="rect">
            <a:avLst/>
          </a:prstGeom>
        </p:spPr>
      </p:pic>
      <p:sp>
        <p:nvSpPr>
          <p:cNvPr id="9" name="TextBox 8">
            <a:extLst>
              <a:ext uri="{FF2B5EF4-FFF2-40B4-BE49-F238E27FC236}">
                <a16:creationId xmlns:a16="http://schemas.microsoft.com/office/drawing/2014/main" id="{C08D4F32-F336-B9D7-8084-18B733E92FB5}"/>
              </a:ext>
            </a:extLst>
          </p:cNvPr>
          <p:cNvSpPr txBox="1"/>
          <p:nvPr/>
        </p:nvSpPr>
        <p:spPr>
          <a:xfrm>
            <a:off x="0" y="45694"/>
            <a:ext cx="6105524" cy="369332"/>
          </a:xfrm>
          <a:prstGeom prst="rect">
            <a:avLst/>
          </a:prstGeom>
          <a:noFill/>
        </p:spPr>
        <p:txBody>
          <a:bodyPr wrap="square">
            <a:spAutoFit/>
          </a:bodyPr>
          <a:lstStyle/>
          <a:p>
            <a:r>
              <a:rPr lang="en-US" sz="1800" i="1" dirty="0"/>
              <a:t>Presenter: </a:t>
            </a:r>
            <a:r>
              <a:rPr lang="en-US" i="1" dirty="0"/>
              <a:t>Michael</a:t>
            </a:r>
            <a:endParaRPr lang="en-US" sz="1800" i="1" dirty="0"/>
          </a:p>
        </p:txBody>
      </p:sp>
    </p:spTree>
    <p:extLst>
      <p:ext uri="{BB962C8B-B14F-4D97-AF65-F5344CB8AC3E}">
        <p14:creationId xmlns:p14="http://schemas.microsoft.com/office/powerpoint/2010/main" val="3668646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33DDD-0939-DF75-11C9-1C128AA210C8}"/>
            </a:ext>
          </a:extLst>
        </p:cNvPr>
        <p:cNvGrpSpPr/>
        <p:nvPr/>
      </p:nvGrpSpPr>
      <p:grpSpPr>
        <a:xfrm>
          <a:off x="0" y="0"/>
          <a:ext cx="0" cy="0"/>
          <a:chOff x="0" y="0"/>
          <a:chExt cx="0" cy="0"/>
        </a:xfrm>
      </p:grpSpPr>
      <p:pic>
        <p:nvPicPr>
          <p:cNvPr id="7" name="Picture 6" descr="The image depicts a pixelated mosaic with various sea creatures, including a fish, shark, starfish, octopus, and a character in a hat, arranged in a patterned background.&#10;&#10;AI-generated content may be incorrect.">
            <a:extLst>
              <a:ext uri="{FF2B5EF4-FFF2-40B4-BE49-F238E27FC236}">
                <a16:creationId xmlns:a16="http://schemas.microsoft.com/office/drawing/2014/main" id="{414A634E-1C3D-EB61-424B-0D882F50BCB1}"/>
              </a:ext>
            </a:extLst>
          </p:cNvPr>
          <p:cNvPicPr>
            <a:picLocks noChangeAspect="1"/>
          </p:cNvPicPr>
          <p:nvPr/>
        </p:nvPicPr>
        <p:blipFill>
          <a:blip r:embed="rId3"/>
          <a:srcRect l="25"/>
          <a:stretch>
            <a:fillRect/>
          </a:stretch>
        </p:blipFill>
        <p:spPr>
          <a:xfrm>
            <a:off x="20" y="10"/>
            <a:ext cx="12188932" cy="6857990"/>
          </a:xfrm>
          <a:prstGeom prst="rect">
            <a:avLst/>
          </a:prstGeom>
          <a:noFill/>
        </p:spPr>
      </p:pic>
      <p:sp>
        <p:nvSpPr>
          <p:cNvPr id="2" name="Title 1">
            <a:extLst>
              <a:ext uri="{FF2B5EF4-FFF2-40B4-BE49-F238E27FC236}">
                <a16:creationId xmlns:a16="http://schemas.microsoft.com/office/drawing/2014/main" id="{85A8D41E-3D16-A058-2451-BDDEAEC5056B}"/>
              </a:ext>
            </a:extLst>
          </p:cNvPr>
          <p:cNvSpPr>
            <a:spLocks noGrp="1"/>
          </p:cNvSpPr>
          <p:nvPr>
            <p:ph type="title"/>
          </p:nvPr>
        </p:nvSpPr>
        <p:spPr>
          <a:xfrm>
            <a:off x="-1" y="4463843"/>
            <a:ext cx="13916025" cy="2394157"/>
          </a:xfrm>
        </p:spPr>
        <p:txBody>
          <a:bodyPr anchor="b">
            <a:normAutofit/>
          </a:bodyPr>
          <a:lstStyle/>
          <a:p>
            <a:r>
              <a:rPr lang="en-US" dirty="0"/>
              <a:t>Story Board #4</a:t>
            </a:r>
            <a:br>
              <a:rPr lang="en-US" dirty="0"/>
            </a:br>
            <a:r>
              <a:rPr lang="en-US" sz="2800" i="1" dirty="0"/>
              <a:t>Geared up, and ready to prove your worth. (Level 3)</a:t>
            </a:r>
            <a:endParaRPr lang="en-US" dirty="0"/>
          </a:p>
        </p:txBody>
      </p:sp>
      <p:pic>
        <p:nvPicPr>
          <p:cNvPr id="9" name="Picture 8" descr="A pixelated image depicts a red crab with a heart symbol above it.&#10;&#10;AI-generated content may be incorrect.">
            <a:extLst>
              <a:ext uri="{FF2B5EF4-FFF2-40B4-BE49-F238E27FC236}">
                <a16:creationId xmlns:a16="http://schemas.microsoft.com/office/drawing/2014/main" id="{65654A8F-7066-A1CB-6BF3-C723068200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40909" y="45694"/>
            <a:ext cx="900343" cy="900343"/>
          </a:xfrm>
          <a:prstGeom prst="rect">
            <a:avLst/>
          </a:prstGeom>
        </p:spPr>
      </p:pic>
      <p:sp>
        <p:nvSpPr>
          <p:cNvPr id="13" name="TextBox 12">
            <a:extLst>
              <a:ext uri="{FF2B5EF4-FFF2-40B4-BE49-F238E27FC236}">
                <a16:creationId xmlns:a16="http://schemas.microsoft.com/office/drawing/2014/main" id="{DD0F0AB9-A62E-31E3-B952-79F449716041}"/>
              </a:ext>
            </a:extLst>
          </p:cNvPr>
          <p:cNvSpPr txBox="1"/>
          <p:nvPr/>
        </p:nvSpPr>
        <p:spPr>
          <a:xfrm>
            <a:off x="0" y="45694"/>
            <a:ext cx="6105524" cy="369332"/>
          </a:xfrm>
          <a:prstGeom prst="rect">
            <a:avLst/>
          </a:prstGeom>
          <a:noFill/>
        </p:spPr>
        <p:txBody>
          <a:bodyPr wrap="square">
            <a:spAutoFit/>
          </a:bodyPr>
          <a:lstStyle/>
          <a:p>
            <a:r>
              <a:rPr lang="en-US" sz="1800" i="1" dirty="0"/>
              <a:t>Presenter: </a:t>
            </a:r>
            <a:r>
              <a:rPr lang="en-US" i="1" dirty="0"/>
              <a:t>Michael</a:t>
            </a:r>
            <a:endParaRPr lang="en-US" sz="1800" i="1" dirty="0"/>
          </a:p>
        </p:txBody>
      </p:sp>
    </p:spTree>
    <p:extLst>
      <p:ext uri="{BB962C8B-B14F-4D97-AF65-F5344CB8AC3E}">
        <p14:creationId xmlns:p14="http://schemas.microsoft.com/office/powerpoint/2010/main" val="4246847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BA4EA-D98D-E8D0-1879-6A1AFDCC3116}"/>
            </a:ext>
          </a:extLst>
        </p:cNvPr>
        <p:cNvGrpSpPr/>
        <p:nvPr/>
      </p:nvGrpSpPr>
      <p:grpSpPr>
        <a:xfrm>
          <a:off x="0" y="0"/>
          <a:ext cx="0" cy="0"/>
          <a:chOff x="0" y="0"/>
          <a:chExt cx="0" cy="0"/>
        </a:xfrm>
      </p:grpSpPr>
      <p:pic>
        <p:nvPicPr>
          <p:cNvPr id="5" name="Picture 4" descr="A pixelated computer interface shows a cartoon character with a fish, a coffee cup, and a toy on a desk.&#10;&#10;AI-generated content may be incorrect.">
            <a:extLst>
              <a:ext uri="{FF2B5EF4-FFF2-40B4-BE49-F238E27FC236}">
                <a16:creationId xmlns:a16="http://schemas.microsoft.com/office/drawing/2014/main" id="{8EC21328-EAD9-DA68-E499-BB4B00B41683}"/>
              </a:ext>
            </a:extLst>
          </p:cNvPr>
          <p:cNvPicPr>
            <a:picLocks noChangeAspect="1"/>
          </p:cNvPicPr>
          <p:nvPr/>
        </p:nvPicPr>
        <p:blipFill>
          <a:blip r:embed="rId3"/>
          <a:srcRect l="25"/>
          <a:stretch>
            <a:fillRect/>
          </a:stretch>
        </p:blipFill>
        <p:spPr>
          <a:xfrm>
            <a:off x="20" y="10"/>
            <a:ext cx="12188932" cy="6857990"/>
          </a:xfrm>
          <a:prstGeom prst="rect">
            <a:avLst/>
          </a:prstGeom>
          <a:noFill/>
        </p:spPr>
      </p:pic>
      <p:sp>
        <p:nvSpPr>
          <p:cNvPr id="2" name="Title 1">
            <a:extLst>
              <a:ext uri="{FF2B5EF4-FFF2-40B4-BE49-F238E27FC236}">
                <a16:creationId xmlns:a16="http://schemas.microsoft.com/office/drawing/2014/main" id="{04B318A3-76F0-2D97-421A-FBD04DFBEBD2}"/>
              </a:ext>
            </a:extLst>
          </p:cNvPr>
          <p:cNvSpPr>
            <a:spLocks noGrp="1"/>
          </p:cNvSpPr>
          <p:nvPr>
            <p:ph type="title"/>
          </p:nvPr>
        </p:nvSpPr>
        <p:spPr>
          <a:xfrm>
            <a:off x="0" y="4463843"/>
            <a:ext cx="13277850" cy="2394157"/>
          </a:xfrm>
        </p:spPr>
        <p:txBody>
          <a:bodyPr anchor="b">
            <a:normAutofit/>
          </a:bodyPr>
          <a:lstStyle/>
          <a:p>
            <a:r>
              <a:rPr lang="en-US" dirty="0"/>
              <a:t>Story Board #5</a:t>
            </a:r>
            <a:br>
              <a:rPr lang="en-US" dirty="0"/>
            </a:br>
            <a:r>
              <a:rPr lang="en-US" sz="2800" i="1" dirty="0"/>
              <a:t>Dating the family members and becoming well-liked.</a:t>
            </a:r>
            <a:endParaRPr lang="en-US" sz="4400" i="1" dirty="0"/>
          </a:p>
        </p:txBody>
      </p:sp>
      <p:pic>
        <p:nvPicPr>
          <p:cNvPr id="7" name="Picture 6" descr="A pixelated image depicts a red crab with a heart symbol above it.&#10;&#10;AI-generated content may be incorrect.">
            <a:extLst>
              <a:ext uri="{FF2B5EF4-FFF2-40B4-BE49-F238E27FC236}">
                <a16:creationId xmlns:a16="http://schemas.microsoft.com/office/drawing/2014/main" id="{98D9F972-81DA-FC0F-2DDC-FA5A9DE75E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40909" y="45694"/>
            <a:ext cx="900343" cy="900343"/>
          </a:xfrm>
          <a:prstGeom prst="rect">
            <a:avLst/>
          </a:prstGeom>
        </p:spPr>
      </p:pic>
      <p:sp>
        <p:nvSpPr>
          <p:cNvPr id="9" name="TextBox 8">
            <a:extLst>
              <a:ext uri="{FF2B5EF4-FFF2-40B4-BE49-F238E27FC236}">
                <a16:creationId xmlns:a16="http://schemas.microsoft.com/office/drawing/2014/main" id="{F42EF00C-55E8-7B27-8428-EE1B1ED6E4FF}"/>
              </a:ext>
            </a:extLst>
          </p:cNvPr>
          <p:cNvSpPr txBox="1"/>
          <p:nvPr/>
        </p:nvSpPr>
        <p:spPr>
          <a:xfrm>
            <a:off x="0" y="45694"/>
            <a:ext cx="6105524" cy="369332"/>
          </a:xfrm>
          <a:prstGeom prst="rect">
            <a:avLst/>
          </a:prstGeom>
          <a:noFill/>
        </p:spPr>
        <p:txBody>
          <a:bodyPr wrap="square">
            <a:spAutoFit/>
          </a:bodyPr>
          <a:lstStyle/>
          <a:p>
            <a:r>
              <a:rPr lang="en-US" sz="1800" i="1" dirty="0"/>
              <a:t>Presenter: </a:t>
            </a:r>
            <a:r>
              <a:rPr lang="en-US" i="1" dirty="0"/>
              <a:t>Michael</a:t>
            </a:r>
            <a:endParaRPr lang="en-US" sz="1800" i="1" dirty="0"/>
          </a:p>
        </p:txBody>
      </p:sp>
    </p:spTree>
    <p:extLst>
      <p:ext uri="{BB962C8B-B14F-4D97-AF65-F5344CB8AC3E}">
        <p14:creationId xmlns:p14="http://schemas.microsoft.com/office/powerpoint/2010/main" val="2297555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91715-71EB-BCA6-C9D3-8A79A4D2F182}"/>
            </a:ext>
          </a:extLst>
        </p:cNvPr>
        <p:cNvGrpSpPr/>
        <p:nvPr/>
      </p:nvGrpSpPr>
      <p:grpSpPr>
        <a:xfrm>
          <a:off x="0" y="0"/>
          <a:ext cx="0" cy="0"/>
          <a:chOff x="0" y="0"/>
          <a:chExt cx="0" cy="0"/>
        </a:xfrm>
      </p:grpSpPr>
      <p:pic>
        <p:nvPicPr>
          <p:cNvPr id="8" name="Picture 7" descr="A dark, eerie scene depicts a large spider-like creature with a human figure standing nearby, surrounded by red lanterns, warning of a dangerous trap.&#10;&#10;AI-generated content may be incorrect.">
            <a:extLst>
              <a:ext uri="{FF2B5EF4-FFF2-40B4-BE49-F238E27FC236}">
                <a16:creationId xmlns:a16="http://schemas.microsoft.com/office/drawing/2014/main" id="{B1D20A3A-65F5-D21E-53C1-B83BF20FDDB8}"/>
              </a:ext>
            </a:extLst>
          </p:cNvPr>
          <p:cNvPicPr>
            <a:picLocks noChangeAspect="1"/>
          </p:cNvPicPr>
          <p:nvPr/>
        </p:nvPicPr>
        <p:blipFill>
          <a:blip r:embed="rId3"/>
          <a:srcRect l="25"/>
          <a:stretch>
            <a:fillRect/>
          </a:stretch>
        </p:blipFill>
        <p:spPr>
          <a:xfrm>
            <a:off x="20" y="10"/>
            <a:ext cx="12188932" cy="6857990"/>
          </a:xfrm>
          <a:prstGeom prst="rect">
            <a:avLst/>
          </a:prstGeom>
          <a:noFill/>
        </p:spPr>
      </p:pic>
      <p:sp>
        <p:nvSpPr>
          <p:cNvPr id="2" name="Title 1">
            <a:extLst>
              <a:ext uri="{FF2B5EF4-FFF2-40B4-BE49-F238E27FC236}">
                <a16:creationId xmlns:a16="http://schemas.microsoft.com/office/drawing/2014/main" id="{05364115-1A83-8A24-56BF-0332DC967041}"/>
              </a:ext>
            </a:extLst>
          </p:cNvPr>
          <p:cNvSpPr>
            <a:spLocks noGrp="1"/>
          </p:cNvSpPr>
          <p:nvPr>
            <p:ph type="title"/>
          </p:nvPr>
        </p:nvSpPr>
        <p:spPr>
          <a:xfrm>
            <a:off x="0" y="0"/>
            <a:ext cx="12188952" cy="2394157"/>
          </a:xfrm>
          <a:gradFill flip="none" rotWithShape="1">
            <a:gsLst>
              <a:gs pos="31000">
                <a:srgbClr val="000000">
                  <a:alpha val="30000"/>
                </a:srgbClr>
              </a:gs>
              <a:gs pos="87000">
                <a:srgbClr val="000000">
                  <a:alpha val="60000"/>
                </a:srgbClr>
              </a:gs>
              <a:gs pos="0">
                <a:srgbClr val="000000">
                  <a:alpha val="0"/>
                </a:srgbClr>
              </a:gs>
            </a:gsLst>
            <a:path path="circle">
              <a:fillToRect l="100000" b="100000"/>
            </a:path>
            <a:tileRect t="-100000" r="-100000"/>
          </a:gradFill>
        </p:spPr>
        <p:txBody>
          <a:bodyPr anchor="b">
            <a:normAutofit/>
          </a:bodyPr>
          <a:lstStyle/>
          <a:p>
            <a:r>
              <a:rPr lang="en-US" dirty="0"/>
              <a:t>Story Board #6</a:t>
            </a:r>
            <a:br>
              <a:rPr lang="en-US" dirty="0"/>
            </a:br>
            <a:r>
              <a:rPr lang="en-US" sz="3200" i="1" dirty="0"/>
              <a:t>The Final Boss, And Approval?</a:t>
            </a:r>
            <a:br>
              <a:rPr lang="en-US" sz="3200" i="1" dirty="0"/>
            </a:br>
            <a:br>
              <a:rPr lang="en-US" sz="3200" i="1" dirty="0"/>
            </a:br>
            <a:endParaRPr lang="en-US" dirty="0"/>
          </a:p>
        </p:txBody>
      </p:sp>
      <p:pic>
        <p:nvPicPr>
          <p:cNvPr id="10" name="Picture 9" descr="A pixelated image depicts a red crab with a heart symbol above it.&#10;&#10;AI-generated content may be incorrect.">
            <a:extLst>
              <a:ext uri="{FF2B5EF4-FFF2-40B4-BE49-F238E27FC236}">
                <a16:creationId xmlns:a16="http://schemas.microsoft.com/office/drawing/2014/main" id="{373E1FA3-0D24-79DC-86B5-03EA2D617A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40909" y="45694"/>
            <a:ext cx="900343" cy="900343"/>
          </a:xfrm>
          <a:prstGeom prst="rect">
            <a:avLst/>
          </a:prstGeom>
        </p:spPr>
      </p:pic>
      <p:sp>
        <p:nvSpPr>
          <p:cNvPr id="14" name="TextBox 13">
            <a:extLst>
              <a:ext uri="{FF2B5EF4-FFF2-40B4-BE49-F238E27FC236}">
                <a16:creationId xmlns:a16="http://schemas.microsoft.com/office/drawing/2014/main" id="{D62AC3C3-3ED4-3C47-8911-F2AD21CF63BB}"/>
              </a:ext>
            </a:extLst>
          </p:cNvPr>
          <p:cNvSpPr txBox="1"/>
          <p:nvPr/>
        </p:nvSpPr>
        <p:spPr>
          <a:xfrm>
            <a:off x="0" y="6408394"/>
            <a:ext cx="6105524" cy="369332"/>
          </a:xfrm>
          <a:prstGeom prst="rect">
            <a:avLst/>
          </a:prstGeom>
          <a:noFill/>
        </p:spPr>
        <p:txBody>
          <a:bodyPr wrap="square">
            <a:spAutoFit/>
          </a:bodyPr>
          <a:lstStyle/>
          <a:p>
            <a:r>
              <a:rPr lang="en-US" sz="1800" i="1" dirty="0"/>
              <a:t>Presenter: </a:t>
            </a:r>
            <a:r>
              <a:rPr lang="en-US" i="1" dirty="0"/>
              <a:t>Michael</a:t>
            </a:r>
            <a:endParaRPr lang="en-US" sz="1800" i="1" dirty="0"/>
          </a:p>
        </p:txBody>
      </p:sp>
    </p:spTree>
    <p:extLst>
      <p:ext uri="{BB962C8B-B14F-4D97-AF65-F5344CB8AC3E}">
        <p14:creationId xmlns:p14="http://schemas.microsoft.com/office/powerpoint/2010/main" val="30328501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7B19B-1DF8-B72B-EBE9-0C7DDD62D653}"/>
            </a:ext>
          </a:extLst>
        </p:cNvPr>
        <p:cNvGrpSpPr/>
        <p:nvPr/>
      </p:nvGrpSpPr>
      <p:grpSpPr>
        <a:xfrm>
          <a:off x="0" y="0"/>
          <a:ext cx="0" cy="0"/>
          <a:chOff x="0" y="0"/>
          <a:chExt cx="0" cy="0"/>
        </a:xfrm>
      </p:grpSpPr>
      <p:pic>
        <p:nvPicPr>
          <p:cNvPr id="5" name="Picture 4" descr="A vampire shrimp team logo with a marriage symbol.&#10;&#10;AI-generated content may be incorrect.">
            <a:extLst>
              <a:ext uri="{FF2B5EF4-FFF2-40B4-BE49-F238E27FC236}">
                <a16:creationId xmlns:a16="http://schemas.microsoft.com/office/drawing/2014/main" id="{4B71C7A4-DA24-7F0C-AFD9-03E2847EFF1E}"/>
              </a:ext>
            </a:extLst>
          </p:cNvPr>
          <p:cNvPicPr>
            <a:picLocks noChangeAspect="1"/>
          </p:cNvPicPr>
          <p:nvPr/>
        </p:nvPicPr>
        <p:blipFill>
          <a:blip r:embed="rId3"/>
          <a:srcRect r="25"/>
          <a:stretch>
            <a:fillRect/>
          </a:stretch>
        </p:blipFill>
        <p:spPr>
          <a:xfrm>
            <a:off x="20" y="10"/>
            <a:ext cx="12188932" cy="6857990"/>
          </a:xfrm>
          <a:prstGeom prst="rect">
            <a:avLst/>
          </a:prstGeom>
          <a:noFill/>
        </p:spPr>
      </p:pic>
      <p:sp>
        <p:nvSpPr>
          <p:cNvPr id="2" name="Title 1">
            <a:extLst>
              <a:ext uri="{FF2B5EF4-FFF2-40B4-BE49-F238E27FC236}">
                <a16:creationId xmlns:a16="http://schemas.microsoft.com/office/drawing/2014/main" id="{78578D8C-D270-E0EF-1C12-837F16293E4D}"/>
              </a:ext>
            </a:extLst>
          </p:cNvPr>
          <p:cNvSpPr>
            <a:spLocks noGrp="1"/>
          </p:cNvSpPr>
          <p:nvPr>
            <p:ph type="title"/>
          </p:nvPr>
        </p:nvSpPr>
        <p:spPr>
          <a:xfrm>
            <a:off x="0" y="-66675"/>
            <a:ext cx="12188952" cy="2394157"/>
          </a:xfrm>
          <a:gradFill flip="none" rotWithShape="1">
            <a:gsLst>
              <a:gs pos="31000">
                <a:srgbClr val="000000">
                  <a:alpha val="30000"/>
                </a:srgbClr>
              </a:gs>
              <a:gs pos="87000">
                <a:srgbClr val="000000">
                  <a:alpha val="60000"/>
                </a:srgbClr>
              </a:gs>
              <a:gs pos="0">
                <a:srgbClr val="000000">
                  <a:alpha val="0"/>
                </a:srgbClr>
              </a:gs>
            </a:gsLst>
            <a:lin ang="13500000" scaled="1"/>
            <a:tileRect/>
          </a:gradFill>
        </p:spPr>
        <p:txBody>
          <a:bodyPr anchor="b">
            <a:normAutofit/>
          </a:bodyPr>
          <a:lstStyle/>
          <a:p>
            <a:r>
              <a:rPr lang="en-US" dirty="0"/>
              <a:t>Story Board #7</a:t>
            </a:r>
            <a:br>
              <a:rPr lang="en-US" dirty="0"/>
            </a:br>
            <a:r>
              <a:rPr lang="en-US" sz="2800" i="1" dirty="0"/>
              <a:t>Finally, approval from the family.</a:t>
            </a:r>
            <a:br>
              <a:rPr lang="en-US" sz="2000" i="1" dirty="0"/>
            </a:br>
            <a:br>
              <a:rPr lang="en-US" sz="2000" i="1" dirty="0"/>
            </a:br>
            <a:br>
              <a:rPr lang="en-US" sz="2000" i="1" dirty="0"/>
            </a:br>
            <a:endParaRPr lang="en-US" dirty="0"/>
          </a:p>
        </p:txBody>
      </p:sp>
      <p:pic>
        <p:nvPicPr>
          <p:cNvPr id="9" name="Picture 8" descr="A pixelated image depicts a red crab with a heart symbol above it.&#10;&#10;AI-generated content may be incorrect.">
            <a:extLst>
              <a:ext uri="{FF2B5EF4-FFF2-40B4-BE49-F238E27FC236}">
                <a16:creationId xmlns:a16="http://schemas.microsoft.com/office/drawing/2014/main" id="{0DF6DBAD-CC9A-A692-7457-4F5CAD03FB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40909" y="45694"/>
            <a:ext cx="900343" cy="900343"/>
          </a:xfrm>
          <a:prstGeom prst="rect">
            <a:avLst/>
          </a:prstGeom>
        </p:spPr>
      </p:pic>
      <p:sp>
        <p:nvSpPr>
          <p:cNvPr id="11" name="TextBox 10">
            <a:extLst>
              <a:ext uri="{FF2B5EF4-FFF2-40B4-BE49-F238E27FC236}">
                <a16:creationId xmlns:a16="http://schemas.microsoft.com/office/drawing/2014/main" id="{83E30609-BE7F-FCE9-4F4E-5F377617ED38}"/>
              </a:ext>
            </a:extLst>
          </p:cNvPr>
          <p:cNvSpPr txBox="1"/>
          <p:nvPr/>
        </p:nvSpPr>
        <p:spPr>
          <a:xfrm>
            <a:off x="0" y="5636869"/>
            <a:ext cx="6105524" cy="369332"/>
          </a:xfrm>
          <a:prstGeom prst="rect">
            <a:avLst/>
          </a:prstGeom>
          <a:noFill/>
        </p:spPr>
        <p:txBody>
          <a:bodyPr wrap="square">
            <a:spAutoFit/>
          </a:bodyPr>
          <a:lstStyle/>
          <a:p>
            <a:r>
              <a:rPr lang="en-US" sz="1800" i="1" dirty="0"/>
              <a:t>Presenter: </a:t>
            </a:r>
            <a:r>
              <a:rPr lang="en-US" i="1" dirty="0"/>
              <a:t>Michael</a:t>
            </a:r>
            <a:endParaRPr lang="en-US" sz="1800" i="1" dirty="0"/>
          </a:p>
        </p:txBody>
      </p:sp>
    </p:spTree>
    <p:extLst>
      <p:ext uri="{BB962C8B-B14F-4D97-AF65-F5344CB8AC3E}">
        <p14:creationId xmlns:p14="http://schemas.microsoft.com/office/powerpoint/2010/main" val="4174012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CDA48-59C8-121C-0B86-FB8FB5D7A748}"/>
              </a:ext>
            </a:extLst>
          </p:cNvPr>
          <p:cNvSpPr>
            <a:spLocks noGrp="1"/>
          </p:cNvSpPr>
          <p:nvPr>
            <p:ph type="title"/>
          </p:nvPr>
        </p:nvSpPr>
        <p:spPr/>
        <p:txBody>
          <a:bodyPr/>
          <a:lstStyle/>
          <a:p>
            <a:r>
              <a:rPr lang="en-US"/>
              <a:t>Context Diagram</a:t>
            </a:r>
          </a:p>
        </p:txBody>
      </p:sp>
      <p:pic>
        <p:nvPicPr>
          <p:cNvPr id="4" name="Picture 3">
            <a:extLst>
              <a:ext uri="{FF2B5EF4-FFF2-40B4-BE49-F238E27FC236}">
                <a16:creationId xmlns:a16="http://schemas.microsoft.com/office/drawing/2014/main" id="{D7B2CA55-61F5-9DC2-BBD6-423550FF0BBD}"/>
              </a:ext>
            </a:extLst>
          </p:cNvPr>
          <p:cNvPicPr>
            <a:picLocks noChangeAspect="1"/>
          </p:cNvPicPr>
          <p:nvPr/>
        </p:nvPicPr>
        <p:blipFill>
          <a:blip r:embed="rId2"/>
          <a:stretch>
            <a:fillRect/>
          </a:stretch>
        </p:blipFill>
        <p:spPr>
          <a:xfrm>
            <a:off x="1452562" y="1890712"/>
            <a:ext cx="9286875" cy="3076575"/>
          </a:xfrm>
          <a:prstGeom prst="rect">
            <a:avLst/>
          </a:prstGeom>
        </p:spPr>
      </p:pic>
      <p:sp>
        <p:nvSpPr>
          <p:cNvPr id="5" name="TextBox 4">
            <a:extLst>
              <a:ext uri="{FF2B5EF4-FFF2-40B4-BE49-F238E27FC236}">
                <a16:creationId xmlns:a16="http://schemas.microsoft.com/office/drawing/2014/main" id="{0DC92023-DB22-3D5B-9B27-3B9DF64F1378}"/>
              </a:ext>
            </a:extLst>
          </p:cNvPr>
          <p:cNvSpPr txBox="1"/>
          <p:nvPr/>
        </p:nvSpPr>
        <p:spPr>
          <a:xfrm>
            <a:off x="0" y="6408394"/>
            <a:ext cx="6105524" cy="369332"/>
          </a:xfrm>
          <a:prstGeom prst="rect">
            <a:avLst/>
          </a:prstGeom>
          <a:noFill/>
        </p:spPr>
        <p:txBody>
          <a:bodyPr wrap="square">
            <a:spAutoFit/>
          </a:bodyPr>
          <a:lstStyle/>
          <a:p>
            <a:r>
              <a:rPr lang="en-US" sz="1800" i="1" dirty="0"/>
              <a:t>Presenter: Wyatt</a:t>
            </a:r>
          </a:p>
        </p:txBody>
      </p:sp>
    </p:spTree>
    <p:extLst>
      <p:ext uri="{BB962C8B-B14F-4D97-AF65-F5344CB8AC3E}">
        <p14:creationId xmlns:p14="http://schemas.microsoft.com/office/powerpoint/2010/main" val="224511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EDBC3-A0EB-A7A9-203D-FEEB96BA2738}"/>
              </a:ext>
            </a:extLst>
          </p:cNvPr>
          <p:cNvSpPr>
            <a:spLocks noGrp="1"/>
          </p:cNvSpPr>
          <p:nvPr>
            <p:ph type="title"/>
          </p:nvPr>
        </p:nvSpPr>
        <p:spPr>
          <a:xfrm>
            <a:off x="420791" y="505969"/>
            <a:ext cx="8380309" cy="876193"/>
          </a:xfrm>
        </p:spPr>
        <p:txBody>
          <a:bodyPr/>
          <a:lstStyle/>
          <a:p>
            <a:r>
              <a:rPr lang="en-US"/>
              <a:t>Diagram 0</a:t>
            </a:r>
          </a:p>
        </p:txBody>
      </p:sp>
      <p:pic>
        <p:nvPicPr>
          <p:cNvPr id="4" name="Picture 3">
            <a:extLst>
              <a:ext uri="{FF2B5EF4-FFF2-40B4-BE49-F238E27FC236}">
                <a16:creationId xmlns:a16="http://schemas.microsoft.com/office/drawing/2014/main" id="{6F6607A7-9D71-54E6-55C0-78526F2909EE}"/>
              </a:ext>
            </a:extLst>
          </p:cNvPr>
          <p:cNvPicPr>
            <a:picLocks noChangeAspect="1"/>
          </p:cNvPicPr>
          <p:nvPr/>
        </p:nvPicPr>
        <p:blipFill>
          <a:blip r:embed="rId2"/>
          <a:stretch>
            <a:fillRect/>
          </a:stretch>
        </p:blipFill>
        <p:spPr>
          <a:xfrm>
            <a:off x="1288578" y="1150594"/>
            <a:ext cx="9286875" cy="5257800"/>
          </a:xfrm>
          <a:prstGeom prst="rect">
            <a:avLst/>
          </a:prstGeom>
        </p:spPr>
      </p:pic>
      <p:sp>
        <p:nvSpPr>
          <p:cNvPr id="5" name="TextBox 4">
            <a:extLst>
              <a:ext uri="{FF2B5EF4-FFF2-40B4-BE49-F238E27FC236}">
                <a16:creationId xmlns:a16="http://schemas.microsoft.com/office/drawing/2014/main" id="{7997AF9D-89C9-622A-50D2-029EB8D2D14D}"/>
              </a:ext>
            </a:extLst>
          </p:cNvPr>
          <p:cNvSpPr txBox="1"/>
          <p:nvPr/>
        </p:nvSpPr>
        <p:spPr>
          <a:xfrm>
            <a:off x="0" y="6408394"/>
            <a:ext cx="6105524" cy="369332"/>
          </a:xfrm>
          <a:prstGeom prst="rect">
            <a:avLst/>
          </a:prstGeom>
          <a:noFill/>
        </p:spPr>
        <p:txBody>
          <a:bodyPr wrap="square">
            <a:spAutoFit/>
          </a:bodyPr>
          <a:lstStyle/>
          <a:p>
            <a:r>
              <a:rPr lang="en-US" sz="1800" i="1" dirty="0"/>
              <a:t>Presenter: Wyatt</a:t>
            </a:r>
          </a:p>
        </p:txBody>
      </p:sp>
    </p:spTree>
    <p:extLst>
      <p:ext uri="{BB962C8B-B14F-4D97-AF65-F5344CB8AC3E}">
        <p14:creationId xmlns:p14="http://schemas.microsoft.com/office/powerpoint/2010/main" val="30572715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F0F18-851F-ACF8-41FF-05A6BB43A34B}"/>
              </a:ext>
            </a:extLst>
          </p:cNvPr>
          <p:cNvSpPr>
            <a:spLocks noGrp="1"/>
          </p:cNvSpPr>
          <p:nvPr>
            <p:ph type="title"/>
          </p:nvPr>
        </p:nvSpPr>
        <p:spPr>
          <a:xfrm>
            <a:off x="468416" y="1113509"/>
            <a:ext cx="9942409" cy="876193"/>
          </a:xfrm>
        </p:spPr>
        <p:txBody>
          <a:bodyPr/>
          <a:lstStyle/>
          <a:p>
            <a:r>
              <a:rPr lang="en-US" dirty="0"/>
              <a:t>TL1: Adam -  Use Case Diagram</a:t>
            </a:r>
          </a:p>
        </p:txBody>
      </p:sp>
      <p:pic>
        <p:nvPicPr>
          <p:cNvPr id="12" name="Content Placeholder 11" descr="The image depicts a UML use case diagram illustrating the process flow for a software application, starting with initialization, progressing through various actions such as loading the MVP scene, handling boot failures, and dispatching frame ticks.&#10;&#10;AI-generated content may be incorrect.">
            <a:extLst>
              <a:ext uri="{FF2B5EF4-FFF2-40B4-BE49-F238E27FC236}">
                <a16:creationId xmlns:a16="http://schemas.microsoft.com/office/drawing/2014/main" id="{8F5DC54A-AABC-309A-49EC-A3BEF501356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171478" y="1551606"/>
            <a:ext cx="7849043" cy="5141547"/>
          </a:xfrm>
          <a:prstGeom prst="rect">
            <a:avLst/>
          </a:prstGeom>
        </p:spPr>
      </p:pic>
      <p:sp>
        <p:nvSpPr>
          <p:cNvPr id="14" name="TextBox 13">
            <a:extLst>
              <a:ext uri="{FF2B5EF4-FFF2-40B4-BE49-F238E27FC236}">
                <a16:creationId xmlns:a16="http://schemas.microsoft.com/office/drawing/2014/main" id="{DE66D453-4D2D-14D6-6A52-49F665A7BF5F}"/>
              </a:ext>
            </a:extLst>
          </p:cNvPr>
          <p:cNvSpPr txBox="1"/>
          <p:nvPr/>
        </p:nvSpPr>
        <p:spPr>
          <a:xfrm>
            <a:off x="10077450" y="6488668"/>
            <a:ext cx="6105524" cy="369332"/>
          </a:xfrm>
          <a:prstGeom prst="rect">
            <a:avLst/>
          </a:prstGeom>
          <a:noFill/>
        </p:spPr>
        <p:txBody>
          <a:bodyPr wrap="square">
            <a:spAutoFit/>
          </a:bodyPr>
          <a:lstStyle/>
          <a:p>
            <a:r>
              <a:rPr lang="en-US" sz="1800" i="1" dirty="0"/>
              <a:t>Presenter: </a:t>
            </a:r>
            <a:r>
              <a:rPr lang="en-US" i="1" dirty="0"/>
              <a:t>Adam</a:t>
            </a:r>
            <a:endParaRPr lang="en-US" sz="1800" i="1" dirty="0"/>
          </a:p>
        </p:txBody>
      </p:sp>
    </p:spTree>
    <p:extLst>
      <p:ext uri="{BB962C8B-B14F-4D97-AF65-F5344CB8AC3E}">
        <p14:creationId xmlns:p14="http://schemas.microsoft.com/office/powerpoint/2010/main" val="2316863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7CE82-988C-9429-0C48-D498A48555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A6928F-BD51-E1F7-45C0-EFD3768E7A98}"/>
              </a:ext>
            </a:extLst>
          </p:cNvPr>
          <p:cNvSpPr>
            <a:spLocks noGrp="1"/>
          </p:cNvSpPr>
          <p:nvPr>
            <p:ph type="title"/>
          </p:nvPr>
        </p:nvSpPr>
        <p:spPr/>
        <p:txBody>
          <a:bodyPr/>
          <a:lstStyle/>
          <a:p>
            <a:r>
              <a:rPr lang="en-US"/>
              <a:t>TL1: Adam -  Class Diagram</a:t>
            </a:r>
          </a:p>
        </p:txBody>
      </p:sp>
      <p:pic>
        <p:nvPicPr>
          <p:cNvPr id="8" name="Content Placeholder 7" descr="The diagram represents a class hierarchy for a RunSession in a gaming engine, with methods for initializing, starting, pausing, and ending a run, as well as handling state transitions.&#10;&#10;AI-generated content may be incorrect.">
            <a:extLst>
              <a:ext uri="{FF2B5EF4-FFF2-40B4-BE49-F238E27FC236}">
                <a16:creationId xmlns:a16="http://schemas.microsoft.com/office/drawing/2014/main" id="{633CF08A-FD05-951E-E342-38A46AA793B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8986" y="1551605"/>
            <a:ext cx="11272223" cy="5312543"/>
          </a:xfrm>
          <a:prstGeom prst="rect">
            <a:avLst/>
          </a:prstGeom>
        </p:spPr>
      </p:pic>
      <p:sp>
        <p:nvSpPr>
          <p:cNvPr id="10" name="TextBox 9">
            <a:extLst>
              <a:ext uri="{FF2B5EF4-FFF2-40B4-BE49-F238E27FC236}">
                <a16:creationId xmlns:a16="http://schemas.microsoft.com/office/drawing/2014/main" id="{7388BB3C-3393-B0D3-188C-C31BF2D11C3B}"/>
              </a:ext>
            </a:extLst>
          </p:cNvPr>
          <p:cNvSpPr txBox="1"/>
          <p:nvPr/>
        </p:nvSpPr>
        <p:spPr>
          <a:xfrm>
            <a:off x="10077450" y="6488668"/>
            <a:ext cx="6105524" cy="369332"/>
          </a:xfrm>
          <a:prstGeom prst="rect">
            <a:avLst/>
          </a:prstGeom>
          <a:noFill/>
        </p:spPr>
        <p:txBody>
          <a:bodyPr wrap="square">
            <a:spAutoFit/>
          </a:bodyPr>
          <a:lstStyle/>
          <a:p>
            <a:r>
              <a:rPr lang="en-US" sz="1800" i="1" dirty="0"/>
              <a:t>Presenter: </a:t>
            </a:r>
            <a:r>
              <a:rPr lang="en-US" i="1" dirty="0"/>
              <a:t>Adam</a:t>
            </a:r>
            <a:endParaRPr lang="en-US" sz="1800" i="1" dirty="0"/>
          </a:p>
        </p:txBody>
      </p:sp>
    </p:spTree>
    <p:extLst>
      <p:ext uri="{BB962C8B-B14F-4D97-AF65-F5344CB8AC3E}">
        <p14:creationId xmlns:p14="http://schemas.microsoft.com/office/powerpoint/2010/main" val="39249237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2C0AA-B926-7764-2E1C-ECAC7FA41F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44EB0-8319-4003-AFE7-7310FCCD55B5}"/>
              </a:ext>
            </a:extLst>
          </p:cNvPr>
          <p:cNvSpPr>
            <a:spLocks noGrp="1"/>
          </p:cNvSpPr>
          <p:nvPr>
            <p:ph type="title"/>
          </p:nvPr>
        </p:nvSpPr>
        <p:spPr/>
        <p:txBody>
          <a:bodyPr/>
          <a:lstStyle/>
          <a:p>
            <a:r>
              <a:rPr lang="en-US"/>
              <a:t>TL1: Adam -  Class Diagram – State Design Pattern</a:t>
            </a:r>
          </a:p>
        </p:txBody>
      </p:sp>
      <p:pic>
        <p:nvPicPr>
          <p:cNvPr id="10" name="Content Placeholder 7" descr="The diagram represents a class hierarchy for a RunSession in a gaming engine, with methods for initializing, starting, pausing, and ending a run, as well as handling state transitions.&#10;&#10;AI-generated content may be incorrect.">
            <a:extLst>
              <a:ext uri="{FF2B5EF4-FFF2-40B4-BE49-F238E27FC236}">
                <a16:creationId xmlns:a16="http://schemas.microsoft.com/office/drawing/2014/main" id="{71C7E709-15D9-ECCD-CC5C-88067C92D7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4117" y="1423720"/>
            <a:ext cx="11826517" cy="5573779"/>
          </a:xfrm>
          <a:prstGeom prst="rect">
            <a:avLst/>
          </a:prstGeom>
        </p:spPr>
      </p:pic>
      <p:pic>
        <p:nvPicPr>
          <p:cNvPr id="4" name="Content Placeholder 3" descr="A diagram of a function&#10;&#10;AI-generated content may be incorrect.">
            <a:extLst>
              <a:ext uri="{FF2B5EF4-FFF2-40B4-BE49-F238E27FC236}">
                <a16:creationId xmlns:a16="http://schemas.microsoft.com/office/drawing/2014/main" id="{5F4A5D9D-1F29-3D1B-56DB-2C0A45FF18C3}"/>
              </a:ext>
            </a:extLst>
          </p:cNvPr>
          <p:cNvPicPr>
            <a:picLocks noGrp="1" noChangeAspect="1"/>
          </p:cNvPicPr>
          <p:nvPr>
            <p:ph idx="1"/>
          </p:nvPr>
        </p:nvPicPr>
        <p:blipFill>
          <a:blip r:embed="rId4"/>
          <a:stretch>
            <a:fillRect/>
          </a:stretch>
        </p:blipFill>
        <p:spPr>
          <a:xfrm>
            <a:off x="6743699" y="1551606"/>
            <a:ext cx="4752975" cy="2784453"/>
          </a:xfrm>
          <a:prstGeom prst="rect">
            <a:avLst/>
          </a:prstGeom>
        </p:spPr>
      </p:pic>
      <p:sp>
        <p:nvSpPr>
          <p:cNvPr id="12" name="TextBox 11">
            <a:extLst>
              <a:ext uri="{FF2B5EF4-FFF2-40B4-BE49-F238E27FC236}">
                <a16:creationId xmlns:a16="http://schemas.microsoft.com/office/drawing/2014/main" id="{4584BFD2-56B7-5CFA-76B0-283C943328B8}"/>
              </a:ext>
            </a:extLst>
          </p:cNvPr>
          <p:cNvSpPr txBox="1"/>
          <p:nvPr/>
        </p:nvSpPr>
        <p:spPr>
          <a:xfrm>
            <a:off x="10077450" y="6488668"/>
            <a:ext cx="6105524" cy="369332"/>
          </a:xfrm>
          <a:prstGeom prst="rect">
            <a:avLst/>
          </a:prstGeom>
          <a:noFill/>
        </p:spPr>
        <p:txBody>
          <a:bodyPr wrap="square">
            <a:spAutoFit/>
          </a:bodyPr>
          <a:lstStyle/>
          <a:p>
            <a:r>
              <a:rPr lang="en-US" sz="1800" i="1" dirty="0"/>
              <a:t>Presenter: </a:t>
            </a:r>
            <a:r>
              <a:rPr lang="en-US" i="1" dirty="0"/>
              <a:t>Adam</a:t>
            </a:r>
            <a:endParaRPr lang="en-US" sz="1800" i="1" dirty="0"/>
          </a:p>
        </p:txBody>
      </p:sp>
    </p:spTree>
    <p:extLst>
      <p:ext uri="{BB962C8B-B14F-4D97-AF65-F5344CB8AC3E}">
        <p14:creationId xmlns:p14="http://schemas.microsoft.com/office/powerpoint/2010/main" val="10533247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BFD85-A540-083E-777D-37D406F4A9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CB31BE-A8DE-64C8-1083-5DDBF17E999C}"/>
              </a:ext>
            </a:extLst>
          </p:cNvPr>
          <p:cNvSpPr>
            <a:spLocks noGrp="1"/>
          </p:cNvSpPr>
          <p:nvPr>
            <p:ph type="title"/>
          </p:nvPr>
        </p:nvSpPr>
        <p:spPr/>
        <p:txBody>
          <a:bodyPr/>
          <a:lstStyle/>
          <a:p>
            <a:r>
              <a:rPr lang="en-US"/>
              <a:t>TL1: Adam -  Class Diagram – Dynamic Binding</a:t>
            </a:r>
          </a:p>
        </p:txBody>
      </p:sp>
      <p:pic>
        <p:nvPicPr>
          <p:cNvPr id="19" name="Content Placeholder 18" descr="The diagram illustrates a class hierarchy in UML with various states and methods for a 'RunState' object, including abstract, override, and virtual keywords.&#10;&#10;AI-generated content may be incorrect.">
            <a:extLst>
              <a:ext uri="{FF2B5EF4-FFF2-40B4-BE49-F238E27FC236}">
                <a16:creationId xmlns:a16="http://schemas.microsoft.com/office/drawing/2014/main" id="{49E576AA-26CD-80B5-4D17-3891B89E635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4849" y="2013829"/>
            <a:ext cx="11682301" cy="3730661"/>
          </a:xfrm>
          <a:prstGeom prst="rect">
            <a:avLst/>
          </a:prstGeom>
        </p:spPr>
      </p:pic>
      <p:sp>
        <p:nvSpPr>
          <p:cNvPr id="21" name="TextBox 20">
            <a:extLst>
              <a:ext uri="{FF2B5EF4-FFF2-40B4-BE49-F238E27FC236}">
                <a16:creationId xmlns:a16="http://schemas.microsoft.com/office/drawing/2014/main" id="{A9A5B19C-8AFD-8E38-4BF0-1527533FD834}"/>
              </a:ext>
            </a:extLst>
          </p:cNvPr>
          <p:cNvSpPr txBox="1"/>
          <p:nvPr/>
        </p:nvSpPr>
        <p:spPr>
          <a:xfrm>
            <a:off x="10077450" y="6488668"/>
            <a:ext cx="6105524" cy="369332"/>
          </a:xfrm>
          <a:prstGeom prst="rect">
            <a:avLst/>
          </a:prstGeom>
          <a:noFill/>
        </p:spPr>
        <p:txBody>
          <a:bodyPr wrap="square">
            <a:spAutoFit/>
          </a:bodyPr>
          <a:lstStyle/>
          <a:p>
            <a:r>
              <a:rPr lang="en-US" sz="1800" i="1" dirty="0"/>
              <a:t>Presenter: </a:t>
            </a:r>
            <a:r>
              <a:rPr lang="en-US" i="1" dirty="0"/>
              <a:t>Adam</a:t>
            </a:r>
            <a:endParaRPr lang="en-US" sz="1800" i="1" dirty="0"/>
          </a:p>
        </p:txBody>
      </p:sp>
    </p:spTree>
    <p:extLst>
      <p:ext uri="{BB962C8B-B14F-4D97-AF65-F5344CB8AC3E}">
        <p14:creationId xmlns:p14="http://schemas.microsoft.com/office/powerpoint/2010/main" val="32976785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68DA8-122B-1EA2-89C1-88C6DB2F97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F20AF3-BAEA-719F-67B5-118FA758AD67}"/>
              </a:ext>
            </a:extLst>
          </p:cNvPr>
          <p:cNvSpPr>
            <a:spLocks noGrp="1"/>
          </p:cNvSpPr>
          <p:nvPr>
            <p:ph type="title"/>
          </p:nvPr>
        </p:nvSpPr>
        <p:spPr/>
        <p:txBody>
          <a:bodyPr/>
          <a:lstStyle/>
          <a:p>
            <a:r>
              <a:rPr lang="en-US"/>
              <a:t>TL2: Hayden – Use Case Diagram </a:t>
            </a:r>
          </a:p>
        </p:txBody>
      </p:sp>
      <p:pic>
        <p:nvPicPr>
          <p:cNvPr id="4" name="Picture 3">
            <a:extLst>
              <a:ext uri="{FF2B5EF4-FFF2-40B4-BE49-F238E27FC236}">
                <a16:creationId xmlns:a16="http://schemas.microsoft.com/office/drawing/2014/main" id="{10F93A57-7448-B5FB-5744-F95556B88FC6}"/>
              </a:ext>
            </a:extLst>
          </p:cNvPr>
          <p:cNvPicPr>
            <a:picLocks noChangeAspect="1"/>
          </p:cNvPicPr>
          <p:nvPr/>
        </p:nvPicPr>
        <p:blipFill>
          <a:blip r:embed="rId2"/>
          <a:stretch>
            <a:fillRect/>
          </a:stretch>
        </p:blipFill>
        <p:spPr>
          <a:xfrm>
            <a:off x="2406015" y="1701800"/>
            <a:ext cx="7085330" cy="4927600"/>
          </a:xfrm>
          <a:prstGeom prst="rect">
            <a:avLst/>
          </a:prstGeom>
        </p:spPr>
      </p:pic>
      <p:sp>
        <p:nvSpPr>
          <p:cNvPr id="6" name="TextBox 5">
            <a:extLst>
              <a:ext uri="{FF2B5EF4-FFF2-40B4-BE49-F238E27FC236}">
                <a16:creationId xmlns:a16="http://schemas.microsoft.com/office/drawing/2014/main" id="{FFB6E02A-FBC3-8D50-4F5A-E619DCC6BC43}"/>
              </a:ext>
            </a:extLst>
          </p:cNvPr>
          <p:cNvSpPr txBox="1"/>
          <p:nvPr/>
        </p:nvSpPr>
        <p:spPr>
          <a:xfrm>
            <a:off x="10077450" y="6488668"/>
            <a:ext cx="6105524" cy="369332"/>
          </a:xfrm>
          <a:prstGeom prst="rect">
            <a:avLst/>
          </a:prstGeom>
          <a:noFill/>
        </p:spPr>
        <p:txBody>
          <a:bodyPr wrap="square">
            <a:spAutoFit/>
          </a:bodyPr>
          <a:lstStyle/>
          <a:p>
            <a:r>
              <a:rPr lang="en-US" sz="1800" i="1" dirty="0"/>
              <a:t>Presenter: </a:t>
            </a:r>
            <a:r>
              <a:rPr lang="en-US" i="1" dirty="0"/>
              <a:t>Hayden</a:t>
            </a:r>
            <a:endParaRPr lang="en-US" sz="1800" i="1" dirty="0"/>
          </a:p>
        </p:txBody>
      </p:sp>
    </p:spTree>
    <p:extLst>
      <p:ext uri="{BB962C8B-B14F-4D97-AF65-F5344CB8AC3E}">
        <p14:creationId xmlns:p14="http://schemas.microsoft.com/office/powerpoint/2010/main" val="15109528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544E0-58CA-7776-A21D-A40BBB54E1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A44ED4-3556-0896-97DC-FCF927918317}"/>
              </a:ext>
            </a:extLst>
          </p:cNvPr>
          <p:cNvSpPr>
            <a:spLocks noGrp="1"/>
          </p:cNvSpPr>
          <p:nvPr>
            <p:ph type="title"/>
          </p:nvPr>
        </p:nvSpPr>
        <p:spPr/>
        <p:txBody>
          <a:bodyPr/>
          <a:lstStyle/>
          <a:p>
            <a:r>
              <a:rPr lang="en-US"/>
              <a:t>TL2: Hayden – Class Diagram </a:t>
            </a:r>
          </a:p>
        </p:txBody>
      </p:sp>
      <p:pic>
        <p:nvPicPr>
          <p:cNvPr id="3" name="Picture 2">
            <a:extLst>
              <a:ext uri="{FF2B5EF4-FFF2-40B4-BE49-F238E27FC236}">
                <a16:creationId xmlns:a16="http://schemas.microsoft.com/office/drawing/2014/main" id="{873FAA40-031C-EC80-4917-5D48565C39F2}"/>
              </a:ext>
            </a:extLst>
          </p:cNvPr>
          <p:cNvPicPr>
            <a:picLocks noChangeAspect="1"/>
          </p:cNvPicPr>
          <p:nvPr/>
        </p:nvPicPr>
        <p:blipFill>
          <a:blip r:embed="rId2"/>
          <a:stretch>
            <a:fillRect/>
          </a:stretch>
        </p:blipFill>
        <p:spPr>
          <a:xfrm>
            <a:off x="1817248" y="1554480"/>
            <a:ext cx="8161264" cy="5191760"/>
          </a:xfrm>
          <a:prstGeom prst="rect">
            <a:avLst/>
          </a:prstGeom>
        </p:spPr>
      </p:pic>
      <p:sp>
        <p:nvSpPr>
          <p:cNvPr id="6" name="TextBox 5">
            <a:extLst>
              <a:ext uri="{FF2B5EF4-FFF2-40B4-BE49-F238E27FC236}">
                <a16:creationId xmlns:a16="http://schemas.microsoft.com/office/drawing/2014/main" id="{CA4257F0-C630-F9B8-8E7F-FAE9A3FFD76E}"/>
              </a:ext>
            </a:extLst>
          </p:cNvPr>
          <p:cNvSpPr txBox="1"/>
          <p:nvPr/>
        </p:nvSpPr>
        <p:spPr>
          <a:xfrm>
            <a:off x="10077450" y="6488668"/>
            <a:ext cx="6105524" cy="369332"/>
          </a:xfrm>
          <a:prstGeom prst="rect">
            <a:avLst/>
          </a:prstGeom>
          <a:noFill/>
        </p:spPr>
        <p:txBody>
          <a:bodyPr wrap="square">
            <a:spAutoFit/>
          </a:bodyPr>
          <a:lstStyle/>
          <a:p>
            <a:r>
              <a:rPr lang="en-US" sz="1800" i="1" dirty="0"/>
              <a:t>Presenter: </a:t>
            </a:r>
            <a:r>
              <a:rPr lang="en-US" i="1" dirty="0"/>
              <a:t>Hayden</a:t>
            </a:r>
            <a:endParaRPr lang="en-US" sz="1800" i="1" dirty="0"/>
          </a:p>
        </p:txBody>
      </p:sp>
    </p:spTree>
    <p:extLst>
      <p:ext uri="{BB962C8B-B14F-4D97-AF65-F5344CB8AC3E}">
        <p14:creationId xmlns:p14="http://schemas.microsoft.com/office/powerpoint/2010/main" val="6366406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5BA0E-FE66-CF67-6CDC-509DDAE01D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F3F1DE-3E2D-ABEE-14E2-31A9D747A9BB}"/>
              </a:ext>
            </a:extLst>
          </p:cNvPr>
          <p:cNvSpPr>
            <a:spLocks noGrp="1"/>
          </p:cNvSpPr>
          <p:nvPr>
            <p:ph type="title"/>
          </p:nvPr>
        </p:nvSpPr>
        <p:spPr/>
        <p:txBody>
          <a:bodyPr/>
          <a:lstStyle/>
          <a:p>
            <a:r>
              <a:rPr lang="en-US"/>
              <a:t>TL2: Hayden – State Design Pattern</a:t>
            </a:r>
          </a:p>
        </p:txBody>
      </p:sp>
      <p:pic>
        <p:nvPicPr>
          <p:cNvPr id="4" name="Picture 3">
            <a:extLst>
              <a:ext uri="{FF2B5EF4-FFF2-40B4-BE49-F238E27FC236}">
                <a16:creationId xmlns:a16="http://schemas.microsoft.com/office/drawing/2014/main" id="{48A82453-D5C6-B5FF-0F78-148015124B97}"/>
              </a:ext>
            </a:extLst>
          </p:cNvPr>
          <p:cNvPicPr>
            <a:picLocks noChangeAspect="1"/>
          </p:cNvPicPr>
          <p:nvPr/>
        </p:nvPicPr>
        <p:blipFill>
          <a:blip r:embed="rId2"/>
          <a:stretch>
            <a:fillRect/>
          </a:stretch>
        </p:blipFill>
        <p:spPr>
          <a:xfrm>
            <a:off x="1296726" y="1554480"/>
            <a:ext cx="8572387" cy="5303520"/>
          </a:xfrm>
          <a:prstGeom prst="rect">
            <a:avLst/>
          </a:prstGeom>
        </p:spPr>
      </p:pic>
      <p:sp>
        <p:nvSpPr>
          <p:cNvPr id="6" name="TextBox 5">
            <a:extLst>
              <a:ext uri="{FF2B5EF4-FFF2-40B4-BE49-F238E27FC236}">
                <a16:creationId xmlns:a16="http://schemas.microsoft.com/office/drawing/2014/main" id="{80AE7911-AAE2-893E-7008-DE173971A1EA}"/>
              </a:ext>
            </a:extLst>
          </p:cNvPr>
          <p:cNvSpPr txBox="1"/>
          <p:nvPr/>
        </p:nvSpPr>
        <p:spPr>
          <a:xfrm>
            <a:off x="10077450" y="6488668"/>
            <a:ext cx="6105524" cy="369332"/>
          </a:xfrm>
          <a:prstGeom prst="rect">
            <a:avLst/>
          </a:prstGeom>
          <a:noFill/>
        </p:spPr>
        <p:txBody>
          <a:bodyPr wrap="square">
            <a:spAutoFit/>
          </a:bodyPr>
          <a:lstStyle/>
          <a:p>
            <a:r>
              <a:rPr lang="en-US" sz="1800" i="1" dirty="0"/>
              <a:t>Presenter: </a:t>
            </a:r>
            <a:r>
              <a:rPr lang="en-US" i="1" dirty="0"/>
              <a:t>Hayden</a:t>
            </a:r>
            <a:endParaRPr lang="en-US" sz="1800" i="1" dirty="0"/>
          </a:p>
        </p:txBody>
      </p:sp>
    </p:spTree>
    <p:extLst>
      <p:ext uri="{BB962C8B-B14F-4D97-AF65-F5344CB8AC3E}">
        <p14:creationId xmlns:p14="http://schemas.microsoft.com/office/powerpoint/2010/main" val="5990916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2DB0E-1CB2-724E-57F1-D296EF70F4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619D2D-3469-F5EB-49BD-ACC5424586FE}"/>
              </a:ext>
            </a:extLst>
          </p:cNvPr>
          <p:cNvSpPr>
            <a:spLocks noGrp="1"/>
          </p:cNvSpPr>
          <p:nvPr>
            <p:ph type="title"/>
          </p:nvPr>
        </p:nvSpPr>
        <p:spPr/>
        <p:txBody>
          <a:bodyPr/>
          <a:lstStyle/>
          <a:p>
            <a:r>
              <a:rPr lang="en-US"/>
              <a:t>TL2: Hayden – Dynamic Binding</a:t>
            </a:r>
          </a:p>
        </p:txBody>
      </p:sp>
      <p:pic>
        <p:nvPicPr>
          <p:cNvPr id="3" name="Picture 2">
            <a:extLst>
              <a:ext uri="{FF2B5EF4-FFF2-40B4-BE49-F238E27FC236}">
                <a16:creationId xmlns:a16="http://schemas.microsoft.com/office/drawing/2014/main" id="{87B534C3-5BDE-94CD-618F-2F620A7BDF51}"/>
              </a:ext>
            </a:extLst>
          </p:cNvPr>
          <p:cNvPicPr>
            <a:picLocks noChangeAspect="1"/>
          </p:cNvPicPr>
          <p:nvPr/>
        </p:nvPicPr>
        <p:blipFill>
          <a:blip r:embed="rId2"/>
          <a:stretch>
            <a:fillRect/>
          </a:stretch>
        </p:blipFill>
        <p:spPr>
          <a:xfrm>
            <a:off x="1503680" y="1712736"/>
            <a:ext cx="9184640" cy="4936208"/>
          </a:xfrm>
          <a:prstGeom prst="rect">
            <a:avLst/>
          </a:prstGeom>
        </p:spPr>
      </p:pic>
      <p:sp>
        <p:nvSpPr>
          <p:cNvPr id="6" name="TextBox 5">
            <a:extLst>
              <a:ext uri="{FF2B5EF4-FFF2-40B4-BE49-F238E27FC236}">
                <a16:creationId xmlns:a16="http://schemas.microsoft.com/office/drawing/2014/main" id="{BB5787B7-1DC2-5270-755F-B8AFD7887323}"/>
              </a:ext>
            </a:extLst>
          </p:cNvPr>
          <p:cNvSpPr txBox="1"/>
          <p:nvPr/>
        </p:nvSpPr>
        <p:spPr>
          <a:xfrm>
            <a:off x="10077450" y="6488668"/>
            <a:ext cx="6105524" cy="369332"/>
          </a:xfrm>
          <a:prstGeom prst="rect">
            <a:avLst/>
          </a:prstGeom>
          <a:noFill/>
        </p:spPr>
        <p:txBody>
          <a:bodyPr wrap="square">
            <a:spAutoFit/>
          </a:bodyPr>
          <a:lstStyle/>
          <a:p>
            <a:r>
              <a:rPr lang="en-US" sz="1800" i="1" dirty="0"/>
              <a:t>Presenter: </a:t>
            </a:r>
            <a:r>
              <a:rPr lang="en-US" i="1" dirty="0"/>
              <a:t>Hayden</a:t>
            </a:r>
            <a:endParaRPr lang="en-US" sz="1800" i="1" dirty="0"/>
          </a:p>
        </p:txBody>
      </p:sp>
    </p:spTree>
    <p:extLst>
      <p:ext uri="{BB962C8B-B14F-4D97-AF65-F5344CB8AC3E}">
        <p14:creationId xmlns:p14="http://schemas.microsoft.com/office/powerpoint/2010/main" val="25855101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C9C7A-1481-3651-DF1D-63B73C095C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A9B81E-134B-2B74-D479-614307E2EE52}"/>
              </a:ext>
            </a:extLst>
          </p:cNvPr>
          <p:cNvSpPr>
            <a:spLocks noGrp="1"/>
          </p:cNvSpPr>
          <p:nvPr>
            <p:ph type="title"/>
          </p:nvPr>
        </p:nvSpPr>
        <p:spPr/>
        <p:txBody>
          <a:bodyPr/>
          <a:lstStyle/>
          <a:p>
            <a:r>
              <a:rPr lang="en-US" dirty="0"/>
              <a:t>TL2+: Gagan – Use Case Diagram</a:t>
            </a:r>
          </a:p>
        </p:txBody>
      </p:sp>
      <p:sp>
        <p:nvSpPr>
          <p:cNvPr id="5" name="TextBox 4">
            <a:extLst>
              <a:ext uri="{FF2B5EF4-FFF2-40B4-BE49-F238E27FC236}">
                <a16:creationId xmlns:a16="http://schemas.microsoft.com/office/drawing/2014/main" id="{84FD9DE4-B4E7-B24E-B0C5-87E19E01DF8A}"/>
              </a:ext>
            </a:extLst>
          </p:cNvPr>
          <p:cNvSpPr txBox="1"/>
          <p:nvPr/>
        </p:nvSpPr>
        <p:spPr>
          <a:xfrm>
            <a:off x="10067925" y="6488668"/>
            <a:ext cx="6105524" cy="369332"/>
          </a:xfrm>
          <a:prstGeom prst="rect">
            <a:avLst/>
          </a:prstGeom>
          <a:noFill/>
        </p:spPr>
        <p:txBody>
          <a:bodyPr wrap="square">
            <a:spAutoFit/>
          </a:bodyPr>
          <a:lstStyle/>
          <a:p>
            <a:r>
              <a:rPr lang="en-US" sz="1800" i="1" dirty="0"/>
              <a:t>Presenter: </a:t>
            </a:r>
            <a:r>
              <a:rPr lang="en-US" i="1" dirty="0"/>
              <a:t>Gagan</a:t>
            </a:r>
            <a:endParaRPr lang="en-US" sz="1800" i="1" dirty="0"/>
          </a:p>
        </p:txBody>
      </p:sp>
    </p:spTree>
    <p:extLst>
      <p:ext uri="{BB962C8B-B14F-4D97-AF65-F5344CB8AC3E}">
        <p14:creationId xmlns:p14="http://schemas.microsoft.com/office/powerpoint/2010/main" val="19864372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B55DD-2360-F173-8832-5C4CB5FF91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FD31ED-4064-0ECE-96D1-42CAA28B6385}"/>
              </a:ext>
            </a:extLst>
          </p:cNvPr>
          <p:cNvSpPr>
            <a:spLocks noGrp="1"/>
          </p:cNvSpPr>
          <p:nvPr>
            <p:ph type="title"/>
          </p:nvPr>
        </p:nvSpPr>
        <p:spPr>
          <a:xfrm>
            <a:off x="428436" y="1115568"/>
            <a:ext cx="2505264" cy="1624122"/>
          </a:xfrm>
        </p:spPr>
        <p:txBody>
          <a:bodyPr>
            <a:normAutofit/>
          </a:bodyPr>
          <a:lstStyle/>
          <a:p>
            <a:r>
              <a:rPr lang="en-US" dirty="0"/>
              <a:t>TL2+: Gagan – Class Diagram</a:t>
            </a:r>
          </a:p>
        </p:txBody>
      </p:sp>
      <p:sp>
        <p:nvSpPr>
          <p:cNvPr id="8" name="Content Placeholder 2">
            <a:extLst>
              <a:ext uri="{FF2B5EF4-FFF2-40B4-BE49-F238E27FC236}">
                <a16:creationId xmlns:a16="http://schemas.microsoft.com/office/drawing/2014/main" id="{C51D57DE-3B40-6812-5F1A-EB9C7562493C}"/>
              </a:ext>
            </a:extLst>
          </p:cNvPr>
          <p:cNvSpPr>
            <a:spLocks noGrp="1"/>
          </p:cNvSpPr>
          <p:nvPr>
            <p:ph sz="quarter" idx="14"/>
          </p:nvPr>
        </p:nvSpPr>
        <p:spPr>
          <a:xfrm>
            <a:off x="428436" y="3028523"/>
            <a:ext cx="2505264" cy="3410378"/>
          </a:xfrm>
        </p:spPr>
        <p:txBody>
          <a:bodyPr/>
          <a:lstStyle/>
          <a:p>
            <a:endParaRPr lang="en-US"/>
          </a:p>
        </p:txBody>
      </p:sp>
      <p:pic>
        <p:nvPicPr>
          <p:cNvPr id="3" name="Picture 2">
            <a:extLst>
              <a:ext uri="{FF2B5EF4-FFF2-40B4-BE49-F238E27FC236}">
                <a16:creationId xmlns:a16="http://schemas.microsoft.com/office/drawing/2014/main" id="{A852FD2B-05E7-8501-2F80-82EF234538CC}"/>
              </a:ext>
            </a:extLst>
          </p:cNvPr>
          <p:cNvPicPr>
            <a:picLocks noChangeAspect="1"/>
          </p:cNvPicPr>
          <p:nvPr/>
        </p:nvPicPr>
        <p:blipFill>
          <a:blip r:embed="rId2"/>
          <a:srcRect r="1" b="6358"/>
          <a:stretch>
            <a:fillRect/>
          </a:stretch>
        </p:blipFill>
        <p:spPr>
          <a:xfrm>
            <a:off x="3269681" y="1118470"/>
            <a:ext cx="8922319" cy="5739530"/>
          </a:xfrm>
          <a:prstGeom prst="rect">
            <a:avLst/>
          </a:prstGeom>
          <a:noFill/>
        </p:spPr>
      </p:pic>
      <p:sp>
        <p:nvSpPr>
          <p:cNvPr id="5" name="TextBox 4">
            <a:extLst>
              <a:ext uri="{FF2B5EF4-FFF2-40B4-BE49-F238E27FC236}">
                <a16:creationId xmlns:a16="http://schemas.microsoft.com/office/drawing/2014/main" id="{18B3DD24-465D-D14A-0934-83CC0D293418}"/>
              </a:ext>
            </a:extLst>
          </p:cNvPr>
          <p:cNvSpPr txBox="1"/>
          <p:nvPr/>
        </p:nvSpPr>
        <p:spPr>
          <a:xfrm>
            <a:off x="48929" y="6438901"/>
            <a:ext cx="6105524" cy="369332"/>
          </a:xfrm>
          <a:prstGeom prst="rect">
            <a:avLst/>
          </a:prstGeom>
          <a:noFill/>
        </p:spPr>
        <p:txBody>
          <a:bodyPr wrap="square">
            <a:spAutoFit/>
          </a:bodyPr>
          <a:lstStyle/>
          <a:p>
            <a:r>
              <a:rPr lang="en-US" sz="1800" i="1" dirty="0"/>
              <a:t>Presenter: </a:t>
            </a:r>
            <a:r>
              <a:rPr lang="en-US" i="1" dirty="0"/>
              <a:t>Gagan</a:t>
            </a:r>
            <a:endParaRPr lang="en-US" sz="1800" i="1" dirty="0"/>
          </a:p>
        </p:txBody>
      </p:sp>
    </p:spTree>
    <p:extLst>
      <p:ext uri="{BB962C8B-B14F-4D97-AF65-F5344CB8AC3E}">
        <p14:creationId xmlns:p14="http://schemas.microsoft.com/office/powerpoint/2010/main" val="42637048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8CB85-AB82-5094-647A-E80256E9AC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E3899-EFC4-9D2B-24B2-6D8D94AE6385}"/>
              </a:ext>
            </a:extLst>
          </p:cNvPr>
          <p:cNvSpPr>
            <a:spLocks noGrp="1"/>
          </p:cNvSpPr>
          <p:nvPr>
            <p:ph type="title"/>
          </p:nvPr>
        </p:nvSpPr>
        <p:spPr/>
        <p:txBody>
          <a:bodyPr/>
          <a:lstStyle/>
          <a:p>
            <a:r>
              <a:rPr lang="en-US" dirty="0"/>
              <a:t>TL2+: Gagan – State Design Pattern</a:t>
            </a:r>
          </a:p>
        </p:txBody>
      </p:sp>
      <p:sp>
        <p:nvSpPr>
          <p:cNvPr id="5" name="TextBox 4">
            <a:extLst>
              <a:ext uri="{FF2B5EF4-FFF2-40B4-BE49-F238E27FC236}">
                <a16:creationId xmlns:a16="http://schemas.microsoft.com/office/drawing/2014/main" id="{351760D1-AF6E-D72E-E7BB-B6DC6F7B5B07}"/>
              </a:ext>
            </a:extLst>
          </p:cNvPr>
          <p:cNvSpPr txBox="1"/>
          <p:nvPr/>
        </p:nvSpPr>
        <p:spPr>
          <a:xfrm>
            <a:off x="10115550" y="6402943"/>
            <a:ext cx="6105524" cy="369332"/>
          </a:xfrm>
          <a:prstGeom prst="rect">
            <a:avLst/>
          </a:prstGeom>
          <a:noFill/>
        </p:spPr>
        <p:txBody>
          <a:bodyPr wrap="square">
            <a:spAutoFit/>
          </a:bodyPr>
          <a:lstStyle/>
          <a:p>
            <a:r>
              <a:rPr lang="en-US" sz="1800" i="1" dirty="0"/>
              <a:t>Presenter: </a:t>
            </a:r>
            <a:r>
              <a:rPr lang="en-US" i="1" dirty="0"/>
              <a:t>Gagan</a:t>
            </a:r>
            <a:endParaRPr lang="en-US" sz="1800" i="1" dirty="0"/>
          </a:p>
        </p:txBody>
      </p:sp>
    </p:spTree>
    <p:extLst>
      <p:ext uri="{BB962C8B-B14F-4D97-AF65-F5344CB8AC3E}">
        <p14:creationId xmlns:p14="http://schemas.microsoft.com/office/powerpoint/2010/main" val="18584569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0C64C-5325-9B39-8AA4-01C61C7132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94C69E-5576-0196-5EFC-CCA9C3755B71}"/>
              </a:ext>
            </a:extLst>
          </p:cNvPr>
          <p:cNvSpPr>
            <a:spLocks noGrp="1"/>
          </p:cNvSpPr>
          <p:nvPr>
            <p:ph type="title"/>
          </p:nvPr>
        </p:nvSpPr>
        <p:spPr/>
        <p:txBody>
          <a:bodyPr/>
          <a:lstStyle/>
          <a:p>
            <a:r>
              <a:rPr lang="en-US" dirty="0"/>
              <a:t>TL2+: Gagan – Dynamic Binding</a:t>
            </a:r>
          </a:p>
        </p:txBody>
      </p:sp>
      <p:sp>
        <p:nvSpPr>
          <p:cNvPr id="4" name="TextBox 3">
            <a:extLst>
              <a:ext uri="{FF2B5EF4-FFF2-40B4-BE49-F238E27FC236}">
                <a16:creationId xmlns:a16="http://schemas.microsoft.com/office/drawing/2014/main" id="{34191620-458B-667F-99A6-7DDA3D07C775}"/>
              </a:ext>
            </a:extLst>
          </p:cNvPr>
          <p:cNvSpPr txBox="1"/>
          <p:nvPr/>
        </p:nvSpPr>
        <p:spPr>
          <a:xfrm>
            <a:off x="10067925" y="6488668"/>
            <a:ext cx="6105524" cy="369332"/>
          </a:xfrm>
          <a:prstGeom prst="rect">
            <a:avLst/>
          </a:prstGeom>
          <a:noFill/>
        </p:spPr>
        <p:txBody>
          <a:bodyPr wrap="square">
            <a:spAutoFit/>
          </a:bodyPr>
          <a:lstStyle/>
          <a:p>
            <a:r>
              <a:rPr lang="en-US" sz="1800" i="1" dirty="0"/>
              <a:t>Presenter: </a:t>
            </a:r>
            <a:r>
              <a:rPr lang="en-US" i="1" dirty="0"/>
              <a:t>Gagan</a:t>
            </a:r>
            <a:endParaRPr lang="en-US" sz="1800" i="1" dirty="0"/>
          </a:p>
        </p:txBody>
      </p:sp>
    </p:spTree>
    <p:extLst>
      <p:ext uri="{BB962C8B-B14F-4D97-AF65-F5344CB8AC3E}">
        <p14:creationId xmlns:p14="http://schemas.microsoft.com/office/powerpoint/2010/main" val="597563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3B9029-C489-D3F6-2D52-EEB974EC1FEE}"/>
              </a:ext>
            </a:extLst>
          </p:cNvPr>
          <p:cNvSpPr>
            <a:spLocks noGrp="1"/>
          </p:cNvSpPr>
          <p:nvPr>
            <p:ph type="title"/>
          </p:nvPr>
        </p:nvSpPr>
        <p:spPr/>
        <p:txBody>
          <a:bodyPr/>
          <a:lstStyle/>
          <a:p>
            <a:r>
              <a:t>TL3: Shenghao - Enemy Use Case</a:t>
            </a:r>
          </a:p>
        </p:txBody>
      </p:sp>
      <p:sp>
        <p:nvSpPr>
          <p:cNvPr id="3" name="Rectangle 2">
            <a:extLst>
              <a:ext uri="{FF2B5EF4-FFF2-40B4-BE49-F238E27FC236}">
                <a16:creationId xmlns:a16="http://schemas.microsoft.com/office/drawing/2014/main" id="{3D66FD05-511B-4854-A745-C21122601256}"/>
              </a:ext>
            </a:extLst>
          </p:cNvPr>
          <p:cNvSpPr>
            <a:spLocks noGrp="1"/>
          </p:cNvSpPr>
          <p:nvPr/>
        </p:nvSpPr>
        <p:spPr>
          <a:xfrm>
            <a:off x="714375" y="1809750"/>
            <a:ext cx="1619250" cy="428625"/>
          </a:xfrm>
          <a:prstGeom prst="rect">
            <a:avLst/>
          </a:prstGeom>
          <a:noFill/>
          <a:ln w="0">
            <a:noFill/>
          </a:ln>
        </p:spPr>
        <p:txBody>
          <a:bodyPr anchor="ctr">
            <a:normAutofit fontScale="80585" lnSpcReduction="10000"/>
          </a:bodyPr>
          <a:lstStyle/>
          <a:p>
            <a:pPr algn="ctr">
              <a:defRPr sz="1800" b="0">
                <a:solidFill>
                  <a:srgbClr val="81B9D9"/>
                </a:solidFill>
                <a:latin typeface="Arial"/>
                <a:ea typeface="Arial"/>
                <a:cs typeface="Arial"/>
              </a:defRPr>
            </a:pPr>
            <a:r>
              <a:rPr sz="1800" b="0">
                <a:solidFill>
                  <a:srgbClr val="81B9D9"/>
                </a:solidFill>
                <a:latin typeface="Arial"/>
                <a:ea typeface="Arial"/>
                <a:cs typeface="Arial"/>
              </a:rPr>
              <a:t>Run Framework</a:t>
            </a:r>
          </a:p>
        </p:txBody>
      </p:sp>
      <p:sp>
        <p:nvSpPr>
          <p:cNvPr id="4" name="Rectangle 3">
            <a:extLst>
              <a:ext uri="{FF2B5EF4-FFF2-40B4-BE49-F238E27FC236}">
                <a16:creationId xmlns:a16="http://schemas.microsoft.com/office/drawing/2014/main" id="{1DBA59E9-6861-4B45-8E64-83B207F2C8D0}"/>
              </a:ext>
            </a:extLst>
          </p:cNvPr>
          <p:cNvSpPr>
            <a:spLocks noGrp="1"/>
          </p:cNvSpPr>
          <p:nvPr/>
        </p:nvSpPr>
        <p:spPr>
          <a:xfrm>
            <a:off x="714375" y="3571875"/>
            <a:ext cx="1619250" cy="428625"/>
          </a:xfrm>
          <a:prstGeom prst="rect">
            <a:avLst/>
          </a:prstGeom>
          <a:noFill/>
          <a:ln w="0">
            <a:noFill/>
          </a:ln>
        </p:spPr>
        <p:txBody>
          <a:bodyPr anchor="ctr">
            <a:normAutofit/>
          </a:bodyPr>
          <a:lstStyle/>
          <a:p>
            <a:pPr algn="ctr">
              <a:defRPr sz="1800" b="0">
                <a:solidFill>
                  <a:srgbClr val="E99ABA"/>
                </a:solidFill>
                <a:latin typeface="Arial"/>
                <a:ea typeface="Arial"/>
                <a:cs typeface="Arial"/>
              </a:defRPr>
            </a:pPr>
            <a:r>
              <a:rPr sz="1800" b="0">
                <a:solidFill>
                  <a:srgbClr val="E99ABA"/>
                </a:solidFill>
                <a:latin typeface="Arial"/>
                <a:ea typeface="Arial"/>
                <a:cs typeface="Arial"/>
              </a:rPr>
              <a:t>Player</a:t>
            </a:r>
          </a:p>
        </p:txBody>
      </p:sp>
      <p:sp>
        <p:nvSpPr>
          <p:cNvPr id="5" name="Rectangle 4">
            <a:extLst>
              <a:ext uri="{FF2B5EF4-FFF2-40B4-BE49-F238E27FC236}">
                <a16:creationId xmlns:a16="http://schemas.microsoft.com/office/drawing/2014/main" id="{AABB9017-3C94-4DAE-B3FC-2DF5F48DCEA8}"/>
              </a:ext>
            </a:extLst>
          </p:cNvPr>
          <p:cNvSpPr>
            <a:spLocks noGrp="1"/>
          </p:cNvSpPr>
          <p:nvPr/>
        </p:nvSpPr>
        <p:spPr>
          <a:xfrm>
            <a:off x="2857500" y="1809750"/>
            <a:ext cx="6667500" cy="4476750"/>
          </a:xfrm>
          <a:prstGeom prst="rect">
            <a:avLst/>
          </a:prstGeom>
          <a:noFill/>
          <a:ln w="19050">
            <a:solidFill>
              <a:srgbClr val="8695A7"/>
            </a:solidFill>
          </a:ln>
        </p:spPr>
        <p:txBody>
          <a:bodyPr/>
          <a:lstStyle/>
          <a:p>
            <a:endParaRPr lang="en-US"/>
          </a:p>
        </p:txBody>
      </p:sp>
      <p:sp>
        <p:nvSpPr>
          <p:cNvPr id="6" name="Rectangle 5">
            <a:extLst>
              <a:ext uri="{FF2B5EF4-FFF2-40B4-BE49-F238E27FC236}">
                <a16:creationId xmlns:a16="http://schemas.microsoft.com/office/drawing/2014/main" id="{99277A77-E53A-4C83-B349-13005113148A}"/>
              </a:ext>
            </a:extLst>
          </p:cNvPr>
          <p:cNvSpPr>
            <a:spLocks noGrp="1"/>
          </p:cNvSpPr>
          <p:nvPr/>
        </p:nvSpPr>
        <p:spPr>
          <a:xfrm>
            <a:off x="3124200" y="1885950"/>
            <a:ext cx="2952750" cy="361950"/>
          </a:xfrm>
          <a:prstGeom prst="rect">
            <a:avLst/>
          </a:prstGeom>
          <a:noFill/>
          <a:ln w="0">
            <a:noFill/>
          </a:ln>
        </p:spPr>
        <p:txBody>
          <a:bodyPr anchor="ctr">
            <a:normAutofit/>
          </a:bodyPr>
          <a:lstStyle/>
          <a:p>
            <a:pPr algn="ctr">
              <a:defRPr sz="1725" b="0">
                <a:solidFill>
                  <a:srgbClr val="C9D1DA"/>
                </a:solidFill>
                <a:latin typeface="Arial"/>
                <a:ea typeface="Arial"/>
                <a:cs typeface="Arial"/>
              </a:defRPr>
            </a:pPr>
            <a:r>
              <a:rPr sz="1725" b="0">
                <a:solidFill>
                  <a:srgbClr val="C9D1DA"/>
                </a:solidFill>
                <a:latin typeface="Arial"/>
                <a:ea typeface="Arial"/>
                <a:cs typeface="Arial"/>
              </a:rPr>
              <a:t>Enemy Spawn &amp; AI</a:t>
            </a:r>
          </a:p>
        </p:txBody>
      </p:sp>
      <p:sp>
        <p:nvSpPr>
          <p:cNvPr id="7" name="Oval 6">
            <a:extLst>
              <a:ext uri="{FF2B5EF4-FFF2-40B4-BE49-F238E27FC236}">
                <a16:creationId xmlns:a16="http://schemas.microsoft.com/office/drawing/2014/main" id="{903DF243-AF49-4249-BDF6-611CECEC6487}"/>
              </a:ext>
            </a:extLst>
          </p:cNvPr>
          <p:cNvSpPr>
            <a:spLocks noGrp="1"/>
          </p:cNvSpPr>
          <p:nvPr/>
        </p:nvSpPr>
        <p:spPr>
          <a:xfrm>
            <a:off x="3381375" y="2714625"/>
            <a:ext cx="5667375" cy="619125"/>
          </a:xfrm>
          <a:prstGeom prst="ellipse">
            <a:avLst/>
          </a:prstGeom>
          <a:solidFill>
            <a:srgbClr val="1C2430"/>
          </a:solidFill>
          <a:ln w="19050">
            <a:solidFill>
              <a:srgbClr val="81B9D9"/>
            </a:solidFill>
          </a:ln>
        </p:spPr>
        <p:txBody>
          <a:bodyPr anchor="ctr">
            <a:norm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Spawn enemies</a:t>
            </a:r>
          </a:p>
        </p:txBody>
      </p:sp>
      <p:sp>
        <p:nvSpPr>
          <p:cNvPr id="8" name="Oval 7">
            <a:extLst>
              <a:ext uri="{FF2B5EF4-FFF2-40B4-BE49-F238E27FC236}">
                <a16:creationId xmlns:a16="http://schemas.microsoft.com/office/drawing/2014/main" id="{7C847714-F6C2-468B-B1CB-AA098A35FE6A}"/>
              </a:ext>
            </a:extLst>
          </p:cNvPr>
          <p:cNvSpPr>
            <a:spLocks noGrp="1"/>
          </p:cNvSpPr>
          <p:nvPr/>
        </p:nvSpPr>
        <p:spPr>
          <a:xfrm>
            <a:off x="3381375" y="3905250"/>
            <a:ext cx="5667375" cy="619125"/>
          </a:xfrm>
          <a:prstGeom prst="ellipse">
            <a:avLst/>
          </a:prstGeom>
          <a:solidFill>
            <a:srgbClr val="1C2430"/>
          </a:solidFill>
          <a:ln w="19050">
            <a:solidFill>
              <a:srgbClr val="81B9D9"/>
            </a:solidFill>
          </a:ln>
        </p:spPr>
        <p:txBody>
          <a:bodyPr anchor="ctr">
            <a:norm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Chase player</a:t>
            </a:r>
          </a:p>
        </p:txBody>
      </p:sp>
      <p:sp>
        <p:nvSpPr>
          <p:cNvPr id="9" name="Oval 8">
            <a:extLst>
              <a:ext uri="{FF2B5EF4-FFF2-40B4-BE49-F238E27FC236}">
                <a16:creationId xmlns:a16="http://schemas.microsoft.com/office/drawing/2014/main" id="{607B4E88-EDF5-4935-BAB8-39E6CED9EC71}"/>
              </a:ext>
            </a:extLst>
          </p:cNvPr>
          <p:cNvSpPr>
            <a:spLocks noGrp="1"/>
          </p:cNvSpPr>
          <p:nvPr/>
        </p:nvSpPr>
        <p:spPr>
          <a:xfrm>
            <a:off x="3381375" y="5095875"/>
            <a:ext cx="5667375" cy="619125"/>
          </a:xfrm>
          <a:prstGeom prst="ellipse">
            <a:avLst/>
          </a:prstGeom>
          <a:solidFill>
            <a:srgbClr val="1C2430"/>
          </a:solidFill>
          <a:ln w="19050">
            <a:solidFill>
              <a:srgbClr val="81B9D9"/>
            </a:solidFill>
          </a:ln>
        </p:spPr>
        <p:txBody>
          <a:bodyPr anchor="ctr">
            <a:normAutofit/>
          </a:bodyPr>
          <a:lstStyle/>
          <a:p>
            <a:pPr algn="ctr">
              <a:defRPr sz="1875" b="0">
                <a:solidFill>
                  <a:srgbClr val="FFFFFF"/>
                </a:solidFill>
                <a:latin typeface="Arial"/>
                <a:ea typeface="Arial"/>
                <a:cs typeface="Arial"/>
              </a:defRPr>
            </a:pPr>
            <a:r>
              <a:rPr sz="1875" b="0">
                <a:solidFill>
                  <a:srgbClr val="FFFFFF"/>
                </a:solidFill>
                <a:latin typeface="Arial"/>
                <a:ea typeface="Arial"/>
                <a:cs typeface="Arial"/>
              </a:rPr>
              <a:t>Resolve defeat</a:t>
            </a:r>
          </a:p>
        </p:txBody>
      </p:sp>
      <p:sp>
        <p:nvSpPr>
          <p:cNvPr id="10" name="Straight Connector 9">
            <a:extLst>
              <a:ext uri="{FF2B5EF4-FFF2-40B4-BE49-F238E27FC236}">
                <a16:creationId xmlns:a16="http://schemas.microsoft.com/office/drawing/2014/main" id="{0292A9E5-6650-4C46-B59B-5EEA358245FC}"/>
              </a:ext>
            </a:extLst>
          </p:cNvPr>
          <p:cNvSpPr>
            <a:spLocks noGrp="1"/>
          </p:cNvSpPr>
          <p:nvPr/>
        </p:nvSpPr>
        <p:spPr>
          <a:xfrm>
            <a:off x="2333625" y="2047875"/>
            <a:ext cx="1047750" cy="981075"/>
          </a:xfrm>
          <a:prstGeom prst="line">
            <a:avLst/>
          </a:prstGeom>
          <a:noFill/>
          <a:ln w="19050">
            <a:solidFill>
              <a:srgbClr val="8695A7"/>
            </a:solidFill>
          </a:ln>
        </p:spPr>
        <p:txBody>
          <a:bodyPr/>
          <a:lstStyle/>
          <a:p>
            <a:endParaRPr lang="en-US"/>
          </a:p>
        </p:txBody>
      </p:sp>
      <p:sp>
        <p:nvSpPr>
          <p:cNvPr id="11" name="Straight Connector 10">
            <a:extLst>
              <a:ext uri="{FF2B5EF4-FFF2-40B4-BE49-F238E27FC236}">
                <a16:creationId xmlns:a16="http://schemas.microsoft.com/office/drawing/2014/main" id="{E29110EC-1EB6-4B43-8EE8-5B34F61BE555}"/>
              </a:ext>
            </a:extLst>
          </p:cNvPr>
          <p:cNvSpPr>
            <a:spLocks noGrp="1"/>
          </p:cNvSpPr>
          <p:nvPr/>
        </p:nvSpPr>
        <p:spPr>
          <a:xfrm>
            <a:off x="2333625" y="3790950"/>
            <a:ext cx="1047750" cy="419100"/>
          </a:xfrm>
          <a:prstGeom prst="line">
            <a:avLst/>
          </a:prstGeom>
          <a:noFill/>
          <a:ln w="19050">
            <a:solidFill>
              <a:srgbClr val="8695A7"/>
            </a:solidFill>
          </a:ln>
        </p:spPr>
        <p:txBody>
          <a:bodyPr/>
          <a:lstStyle/>
          <a:p>
            <a:endParaRPr lang="en-US"/>
          </a:p>
        </p:txBody>
      </p:sp>
      <p:sp>
        <p:nvSpPr>
          <p:cNvPr id="12" name="Straight Connector 11">
            <a:extLst>
              <a:ext uri="{FF2B5EF4-FFF2-40B4-BE49-F238E27FC236}">
                <a16:creationId xmlns:a16="http://schemas.microsoft.com/office/drawing/2014/main" id="{B51945CD-AF20-4066-87E1-A15FF101086B}"/>
              </a:ext>
            </a:extLst>
          </p:cNvPr>
          <p:cNvSpPr>
            <a:spLocks noGrp="1"/>
          </p:cNvSpPr>
          <p:nvPr/>
        </p:nvSpPr>
        <p:spPr>
          <a:xfrm>
            <a:off x="2333625" y="3790950"/>
            <a:ext cx="1047750" cy="1619250"/>
          </a:xfrm>
          <a:prstGeom prst="line">
            <a:avLst/>
          </a:prstGeom>
          <a:noFill/>
          <a:ln w="19050">
            <a:solidFill>
              <a:srgbClr val="8695A7"/>
            </a:solidFill>
          </a:ln>
        </p:spPr>
        <p:txBody>
          <a:bodyPr/>
          <a:lstStyle/>
          <a:p>
            <a:endParaRPr lang="en-US"/>
          </a:p>
        </p:txBody>
      </p:sp>
      <p:sp>
        <p:nvSpPr>
          <p:cNvPr id="13" name="Rectangle 12">
            <a:extLst>
              <a:ext uri="{FF2B5EF4-FFF2-40B4-BE49-F238E27FC236}">
                <a16:creationId xmlns:a16="http://schemas.microsoft.com/office/drawing/2014/main" id="{F5CD0CB7-8183-4ABF-8842-5B961A1CA2D3}"/>
              </a:ext>
            </a:extLst>
          </p:cNvPr>
          <p:cNvSpPr>
            <a:spLocks noGrp="1"/>
          </p:cNvSpPr>
          <p:nvPr/>
        </p:nvSpPr>
        <p:spPr>
          <a:xfrm>
            <a:off x="9525000" y="2524125"/>
            <a:ext cx="1857375" cy="1047750"/>
          </a:xfrm>
          <a:prstGeom prst="rect">
            <a:avLst/>
          </a:prstGeom>
          <a:noFill/>
          <a:ln w="0">
            <a:noFill/>
          </a:ln>
        </p:spPr>
        <p:txBody>
          <a:bodyPr anchor="ctr">
            <a:normAutofit/>
          </a:bodyPr>
          <a:lstStyle/>
          <a:p>
            <a:pPr algn="ctr">
              <a:defRPr sz="1500" b="0">
                <a:solidFill>
                  <a:srgbClr val="C9D1DA"/>
                </a:solidFill>
                <a:latin typeface="Arial"/>
                <a:ea typeface="Arial"/>
                <a:cs typeface="Arial"/>
              </a:defRPr>
            </a:pPr>
            <a:r>
              <a:rPr sz="1500" b="0">
                <a:solidFill>
                  <a:srgbClr val="C9D1DA"/>
                </a:solidFill>
                <a:latin typeface="Arial"/>
                <a:ea typeface="Arial"/>
                <a:cs typeface="Arial"/>
              </a:rPr>
              <a:t>Difficulty and</a:t>
            </a:r>
          </a:p>
          <a:p>
            <a:pPr algn="ctr">
              <a:defRPr sz="1500" b="0">
                <a:solidFill>
                  <a:srgbClr val="C9D1DA"/>
                </a:solidFill>
                <a:latin typeface="Arial"/>
                <a:ea typeface="Arial"/>
                <a:cs typeface="Arial"/>
              </a:defRPr>
            </a:pPr>
            <a:r>
              <a:rPr sz="1500" b="0">
                <a:solidFill>
                  <a:srgbClr val="C9D1DA"/>
                </a:solidFill>
                <a:latin typeface="Arial"/>
                <a:ea typeface="Arial"/>
                <a:cs typeface="Arial"/>
              </a:rPr>
              <a:t>spawn requests</a:t>
            </a:r>
          </a:p>
        </p:txBody>
      </p:sp>
      <p:sp>
        <p:nvSpPr>
          <p:cNvPr id="14" name="Rectangle 13">
            <a:extLst>
              <a:ext uri="{FF2B5EF4-FFF2-40B4-BE49-F238E27FC236}">
                <a16:creationId xmlns:a16="http://schemas.microsoft.com/office/drawing/2014/main" id="{45EAB0FC-BF5A-4E2C-B32C-ABE65605912F}"/>
              </a:ext>
            </a:extLst>
          </p:cNvPr>
          <p:cNvSpPr>
            <a:spLocks noGrp="1"/>
          </p:cNvSpPr>
          <p:nvPr/>
        </p:nvSpPr>
        <p:spPr>
          <a:xfrm>
            <a:off x="9525000" y="4762500"/>
            <a:ext cx="1857375" cy="1047750"/>
          </a:xfrm>
          <a:prstGeom prst="rect">
            <a:avLst/>
          </a:prstGeom>
          <a:noFill/>
          <a:ln w="0">
            <a:noFill/>
          </a:ln>
        </p:spPr>
        <p:txBody>
          <a:bodyPr anchor="ctr">
            <a:normAutofit/>
          </a:bodyPr>
          <a:lstStyle/>
          <a:p>
            <a:pPr algn="ctr">
              <a:defRPr sz="1500" b="0">
                <a:solidFill>
                  <a:srgbClr val="C9D1DA"/>
                </a:solidFill>
                <a:latin typeface="Arial"/>
                <a:ea typeface="Arial"/>
                <a:cs typeface="Arial"/>
              </a:defRPr>
            </a:pPr>
            <a:r>
              <a:rPr sz="1500" b="0">
                <a:solidFill>
                  <a:srgbClr val="C9D1DA"/>
                </a:solidFill>
                <a:latin typeface="Arial"/>
                <a:ea typeface="Arial"/>
                <a:cs typeface="Arial"/>
              </a:rPr>
              <a:t>Damage events</a:t>
            </a:r>
          </a:p>
          <a:p>
            <a:pPr algn="ctr">
              <a:defRPr sz="1500" b="0">
                <a:solidFill>
                  <a:srgbClr val="C9D1DA"/>
                </a:solidFill>
                <a:latin typeface="Arial"/>
                <a:ea typeface="Arial"/>
                <a:cs typeface="Arial"/>
              </a:defRPr>
            </a:pPr>
            <a:r>
              <a:rPr sz="1500" b="0">
                <a:solidFill>
                  <a:srgbClr val="C9D1DA"/>
                </a:solidFill>
                <a:latin typeface="Arial"/>
                <a:ea typeface="Arial"/>
                <a:cs typeface="Arial"/>
              </a:rPr>
              <a:t>and XP reward</a:t>
            </a:r>
          </a:p>
        </p:txBody>
      </p:sp>
      <p:sp>
        <p:nvSpPr>
          <p:cNvPr id="15" name="Straight Connector 14">
            <a:extLst>
              <a:ext uri="{FF2B5EF4-FFF2-40B4-BE49-F238E27FC236}">
                <a16:creationId xmlns:a16="http://schemas.microsoft.com/office/drawing/2014/main" id="{49EEDBE0-6212-47BE-9000-66148EE4E4E4}"/>
              </a:ext>
            </a:extLst>
          </p:cNvPr>
          <p:cNvSpPr>
            <a:spLocks noGrp="1"/>
          </p:cNvSpPr>
          <p:nvPr/>
        </p:nvSpPr>
        <p:spPr>
          <a:xfrm>
            <a:off x="9048750" y="3038475"/>
            <a:ext cx="476250" cy="0"/>
          </a:xfrm>
          <a:prstGeom prst="line">
            <a:avLst/>
          </a:prstGeom>
          <a:noFill/>
          <a:ln w="19050">
            <a:solidFill>
              <a:srgbClr val="8695A7"/>
            </a:solidFill>
          </a:ln>
        </p:spPr>
        <p:txBody>
          <a:bodyPr/>
          <a:lstStyle/>
          <a:p>
            <a:endParaRPr lang="en-US"/>
          </a:p>
        </p:txBody>
      </p:sp>
      <p:sp>
        <p:nvSpPr>
          <p:cNvPr id="16" name="Straight Connector 15">
            <a:extLst>
              <a:ext uri="{FF2B5EF4-FFF2-40B4-BE49-F238E27FC236}">
                <a16:creationId xmlns:a16="http://schemas.microsoft.com/office/drawing/2014/main" id="{3884294C-2697-4E47-A79F-2AE90945F7E4}"/>
              </a:ext>
            </a:extLst>
          </p:cNvPr>
          <p:cNvSpPr>
            <a:spLocks noGrp="1"/>
          </p:cNvSpPr>
          <p:nvPr/>
        </p:nvSpPr>
        <p:spPr>
          <a:xfrm>
            <a:off x="9048750" y="5410200"/>
            <a:ext cx="476250" cy="0"/>
          </a:xfrm>
          <a:prstGeom prst="line">
            <a:avLst/>
          </a:prstGeom>
          <a:noFill/>
          <a:ln w="19050">
            <a:solidFill>
              <a:srgbClr val="8695A7"/>
            </a:solidFill>
          </a:ln>
        </p:spPr>
        <p:txBody>
          <a:bodyPr/>
          <a:lstStyle/>
          <a:p>
            <a:endParaRPr lang="en-US"/>
          </a:p>
        </p:txBody>
      </p:sp>
      <p:sp>
        <p:nvSpPr>
          <p:cNvPr id="18" name="TextBox 17">
            <a:extLst>
              <a:ext uri="{FF2B5EF4-FFF2-40B4-BE49-F238E27FC236}">
                <a16:creationId xmlns:a16="http://schemas.microsoft.com/office/drawing/2014/main" id="{563E6050-A9E0-66D2-CD0F-24A564CBE8FA}"/>
              </a:ext>
            </a:extLst>
          </p:cNvPr>
          <p:cNvSpPr txBox="1"/>
          <p:nvPr/>
        </p:nvSpPr>
        <p:spPr>
          <a:xfrm>
            <a:off x="9686925" y="6488668"/>
            <a:ext cx="6105524" cy="369332"/>
          </a:xfrm>
          <a:prstGeom prst="rect">
            <a:avLst/>
          </a:prstGeom>
          <a:noFill/>
        </p:spPr>
        <p:txBody>
          <a:bodyPr wrap="square">
            <a:spAutoFit/>
          </a:bodyPr>
          <a:lstStyle/>
          <a:p>
            <a:r>
              <a:rPr lang="en-US" sz="1800" i="1" dirty="0"/>
              <a:t>Presenter: </a:t>
            </a:r>
            <a:r>
              <a:rPr lang="en-US" sz="1800" i="1" dirty="0" err="1"/>
              <a:t>Shenghao</a:t>
            </a:r>
            <a:endParaRPr lang="en-US" sz="1800" i="1" dirty="0"/>
          </a:p>
        </p:txBody>
      </p:sp>
    </p:spTree>
    <p:extLst>
      <p:ext uri="{BB962C8B-B14F-4D97-AF65-F5344CB8AC3E}">
        <p14:creationId xmlns:p14="http://schemas.microsoft.com/office/powerpoint/2010/main" val="23177247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6DA4ED-88B1-F80F-429D-1BD6C830EF4B}"/>
              </a:ext>
            </a:extLst>
          </p:cNvPr>
          <p:cNvSpPr>
            <a:spLocks noGrp="1"/>
          </p:cNvSpPr>
          <p:nvPr>
            <p:ph type="title"/>
          </p:nvPr>
        </p:nvSpPr>
        <p:spPr/>
        <p:txBody>
          <a:bodyPr/>
          <a:lstStyle/>
          <a:p>
            <a:r>
              <a:t>TL3: Shenghao - Enemy Class Diagram (State Pattern)</a:t>
            </a:r>
          </a:p>
        </p:txBody>
      </p:sp>
      <p:sp>
        <p:nvSpPr>
          <p:cNvPr id="3" name="Rectangle 2">
            <a:extLst>
              <a:ext uri="{FF2B5EF4-FFF2-40B4-BE49-F238E27FC236}">
                <a16:creationId xmlns:a16="http://schemas.microsoft.com/office/drawing/2014/main" id="{F9727E3B-E71D-4254-9A1E-EE12A14B1966}"/>
              </a:ext>
            </a:extLst>
          </p:cNvPr>
          <p:cNvSpPr>
            <a:spLocks noGrp="1"/>
          </p:cNvSpPr>
          <p:nvPr/>
        </p:nvSpPr>
        <p:spPr>
          <a:xfrm>
            <a:off x="619125" y="1943100"/>
            <a:ext cx="3095625" cy="1476375"/>
          </a:xfrm>
          <a:prstGeom prst="rect">
            <a:avLst/>
          </a:prstGeom>
          <a:solidFill>
            <a:srgbClr val="1C2430"/>
          </a:solidFill>
          <a:ln w="19050">
            <a:solidFill>
              <a:srgbClr val="81B9D9"/>
            </a:solidFill>
          </a:ln>
        </p:spPr>
        <p:txBody>
          <a:bodyPr/>
          <a:lstStyle/>
          <a:p>
            <a:endParaRPr lang="en-US"/>
          </a:p>
        </p:txBody>
      </p:sp>
      <p:sp>
        <p:nvSpPr>
          <p:cNvPr id="4" name="Rectangle 3">
            <a:extLst>
              <a:ext uri="{FF2B5EF4-FFF2-40B4-BE49-F238E27FC236}">
                <a16:creationId xmlns:a16="http://schemas.microsoft.com/office/drawing/2014/main" id="{0DF7AE37-14A5-4EEB-B301-BCDF1CDBFD75}"/>
              </a:ext>
            </a:extLst>
          </p:cNvPr>
          <p:cNvSpPr>
            <a:spLocks noGrp="1"/>
          </p:cNvSpPr>
          <p:nvPr/>
        </p:nvSpPr>
        <p:spPr>
          <a:xfrm>
            <a:off x="619125" y="1943100"/>
            <a:ext cx="3095625" cy="381000"/>
          </a:xfrm>
          <a:prstGeom prst="rect">
            <a:avLst/>
          </a:prstGeom>
          <a:solidFill>
            <a:srgbClr val="81B9D9"/>
          </a:solidFill>
          <a:ln w="0">
            <a:noFill/>
          </a:ln>
        </p:spPr>
        <p:txBody>
          <a:bodyPr anchor="ctr">
            <a:normAutofit/>
          </a:bodyP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EnemySystem</a:t>
            </a:r>
          </a:p>
        </p:txBody>
      </p:sp>
      <p:sp>
        <p:nvSpPr>
          <p:cNvPr id="5" name="Rectangle 4">
            <a:extLst>
              <a:ext uri="{FF2B5EF4-FFF2-40B4-BE49-F238E27FC236}">
                <a16:creationId xmlns:a16="http://schemas.microsoft.com/office/drawing/2014/main" id="{AB1DA98B-22DF-4D06-A357-46E282314540}"/>
              </a:ext>
            </a:extLst>
          </p:cNvPr>
          <p:cNvSpPr>
            <a:spLocks noGrp="1"/>
          </p:cNvSpPr>
          <p:nvPr/>
        </p:nvSpPr>
        <p:spPr>
          <a:xfrm>
            <a:off x="762000" y="2438400"/>
            <a:ext cx="2809875" cy="904875"/>
          </a:xfrm>
          <a:prstGeom prst="rect">
            <a:avLst/>
          </a:prstGeom>
          <a:noFill/>
          <a:ln w="0">
            <a:noFill/>
          </a:ln>
        </p:spPr>
        <p:txBody>
          <a:bodyPr anchor="ctr">
            <a:normAutofit/>
          </a:bodyPr>
          <a:lstStyle/>
          <a:p>
            <a:pPr algn="l">
              <a:defRPr sz="1350" b="0">
                <a:solidFill>
                  <a:srgbClr val="FFFFFF"/>
                </a:solidFill>
                <a:latin typeface="Arial"/>
                <a:ea typeface="Arial"/>
                <a:cs typeface="Arial"/>
              </a:defRPr>
            </a:pPr>
            <a:r>
              <a:rPr sz="1350" b="0">
                <a:solidFill>
                  <a:srgbClr val="FFFFFF"/>
                </a:solidFill>
                <a:latin typeface="Arial"/>
                <a:ea typeface="Arial"/>
                <a:cs typeface="Arial"/>
              </a:rPr>
              <a:t>- active: List&lt;Enemy&gt;</a:t>
            </a:r>
          </a:p>
          <a:p>
            <a:pPr algn="l">
              <a:defRPr sz="1350" b="0">
                <a:solidFill>
                  <a:srgbClr val="FFFFFF"/>
                </a:solidFill>
                <a:latin typeface="Arial"/>
                <a:ea typeface="Arial"/>
                <a:cs typeface="Arial"/>
              </a:defRPr>
            </a:pPr>
            <a:r>
              <a:rPr sz="1350" b="0">
                <a:solidFill>
                  <a:srgbClr val="FFFFFF"/>
                </a:solidFill>
                <a:latin typeface="Arial"/>
                <a:ea typeface="Arial"/>
                <a:cs typeface="Arial"/>
              </a:rPr>
              <a:t>+ Tick(frame): void</a:t>
            </a:r>
          </a:p>
        </p:txBody>
      </p:sp>
      <p:sp>
        <p:nvSpPr>
          <p:cNvPr id="6" name="Rectangle 5">
            <a:extLst>
              <a:ext uri="{FF2B5EF4-FFF2-40B4-BE49-F238E27FC236}">
                <a16:creationId xmlns:a16="http://schemas.microsoft.com/office/drawing/2014/main" id="{C0BE8F1D-AC0C-481C-8412-D34D74F2B2D2}"/>
              </a:ext>
            </a:extLst>
          </p:cNvPr>
          <p:cNvSpPr>
            <a:spLocks noGrp="1"/>
          </p:cNvSpPr>
          <p:nvPr/>
        </p:nvSpPr>
        <p:spPr>
          <a:xfrm>
            <a:off x="4476750" y="1943100"/>
            <a:ext cx="3095625" cy="1476375"/>
          </a:xfrm>
          <a:prstGeom prst="rect">
            <a:avLst/>
          </a:prstGeom>
          <a:solidFill>
            <a:srgbClr val="1C2430"/>
          </a:solidFill>
          <a:ln w="19050">
            <a:solidFill>
              <a:srgbClr val="81B9D9"/>
            </a:solidFill>
          </a:ln>
        </p:spPr>
        <p:txBody>
          <a:bodyPr/>
          <a:lstStyle/>
          <a:p>
            <a:endParaRPr lang="en-US"/>
          </a:p>
        </p:txBody>
      </p:sp>
      <p:sp>
        <p:nvSpPr>
          <p:cNvPr id="7" name="Rectangle 6">
            <a:extLst>
              <a:ext uri="{FF2B5EF4-FFF2-40B4-BE49-F238E27FC236}">
                <a16:creationId xmlns:a16="http://schemas.microsoft.com/office/drawing/2014/main" id="{B4A0A106-37B6-40EA-AB4A-92A8588641CA}"/>
              </a:ext>
            </a:extLst>
          </p:cNvPr>
          <p:cNvSpPr>
            <a:spLocks noGrp="1"/>
          </p:cNvSpPr>
          <p:nvPr/>
        </p:nvSpPr>
        <p:spPr>
          <a:xfrm>
            <a:off x="4476750" y="1943100"/>
            <a:ext cx="3095625" cy="381000"/>
          </a:xfrm>
          <a:prstGeom prst="rect">
            <a:avLst/>
          </a:prstGeom>
          <a:solidFill>
            <a:srgbClr val="81B9D9"/>
          </a:solidFill>
          <a:ln w="0">
            <a:noFill/>
          </a:ln>
        </p:spPr>
        <p:txBody>
          <a:bodyPr anchor="ctr">
            <a:normAutofit/>
          </a:bodyP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SpawnDirector</a:t>
            </a:r>
          </a:p>
        </p:txBody>
      </p:sp>
      <p:sp>
        <p:nvSpPr>
          <p:cNvPr id="8" name="Rectangle 7">
            <a:extLst>
              <a:ext uri="{FF2B5EF4-FFF2-40B4-BE49-F238E27FC236}">
                <a16:creationId xmlns:a16="http://schemas.microsoft.com/office/drawing/2014/main" id="{8F7393A2-F57F-4FAA-97CC-80483F56ECA0}"/>
              </a:ext>
            </a:extLst>
          </p:cNvPr>
          <p:cNvSpPr>
            <a:spLocks noGrp="1"/>
          </p:cNvSpPr>
          <p:nvPr/>
        </p:nvSpPr>
        <p:spPr>
          <a:xfrm>
            <a:off x="4619625" y="2438400"/>
            <a:ext cx="2809875" cy="904875"/>
          </a:xfrm>
          <a:prstGeom prst="rect">
            <a:avLst/>
          </a:prstGeom>
          <a:noFill/>
          <a:ln w="0">
            <a:noFill/>
          </a:ln>
        </p:spPr>
        <p:txBody>
          <a:bodyPr anchor="ctr">
            <a:normAutofit/>
          </a:bodyPr>
          <a:lstStyle/>
          <a:p>
            <a:pPr algn="l">
              <a:defRPr sz="1350" b="0">
                <a:solidFill>
                  <a:srgbClr val="FFFFFF"/>
                </a:solidFill>
                <a:latin typeface="Arial"/>
                <a:ea typeface="Arial"/>
                <a:cs typeface="Arial"/>
              </a:defRPr>
            </a:pPr>
            <a:r>
              <a:rPr sz="1350" b="0">
                <a:solidFill>
                  <a:srgbClr val="FFFFFF"/>
                </a:solidFill>
                <a:latin typeface="Arial"/>
                <a:ea typeface="Arial"/>
                <a:cs typeface="Arial"/>
              </a:rPr>
              <a:t>- timer: float</a:t>
            </a:r>
          </a:p>
          <a:p>
            <a:pPr algn="l">
              <a:defRPr sz="1350" b="0">
                <a:solidFill>
                  <a:srgbClr val="FFFFFF"/>
                </a:solidFill>
                <a:latin typeface="Arial"/>
                <a:ea typeface="Arial"/>
                <a:cs typeface="Arial"/>
              </a:defRPr>
            </a:pPr>
            <a:r>
              <a:rPr sz="1350" b="0">
                <a:solidFill>
                  <a:srgbClr val="FFFFFF"/>
                </a:solidFill>
                <a:latin typeface="Arial"/>
                <a:ea typeface="Arial"/>
                <a:cs typeface="Arial"/>
              </a:rPr>
              <a:t>+ Spawn(): Enemy</a:t>
            </a:r>
          </a:p>
        </p:txBody>
      </p:sp>
      <p:sp>
        <p:nvSpPr>
          <p:cNvPr id="9" name="Rectangle 8">
            <a:extLst>
              <a:ext uri="{FF2B5EF4-FFF2-40B4-BE49-F238E27FC236}">
                <a16:creationId xmlns:a16="http://schemas.microsoft.com/office/drawing/2014/main" id="{61548A5C-8DDA-471C-B50B-91F70318017E}"/>
              </a:ext>
            </a:extLst>
          </p:cNvPr>
          <p:cNvSpPr>
            <a:spLocks noGrp="1"/>
          </p:cNvSpPr>
          <p:nvPr/>
        </p:nvSpPr>
        <p:spPr>
          <a:xfrm>
            <a:off x="8334375" y="1943100"/>
            <a:ext cx="3095625" cy="1476375"/>
          </a:xfrm>
          <a:prstGeom prst="rect">
            <a:avLst/>
          </a:prstGeom>
          <a:solidFill>
            <a:srgbClr val="1C2430"/>
          </a:solidFill>
          <a:ln w="19050">
            <a:solidFill>
              <a:srgbClr val="F7C78B"/>
            </a:solidFill>
          </a:ln>
        </p:spPr>
        <p:txBody>
          <a:bodyPr/>
          <a:lstStyle/>
          <a:p>
            <a:endParaRPr lang="en-US"/>
          </a:p>
        </p:txBody>
      </p:sp>
      <p:sp>
        <p:nvSpPr>
          <p:cNvPr id="10" name="Rectangle 9">
            <a:extLst>
              <a:ext uri="{FF2B5EF4-FFF2-40B4-BE49-F238E27FC236}">
                <a16:creationId xmlns:a16="http://schemas.microsoft.com/office/drawing/2014/main" id="{8DE3C9FF-8AE3-4C72-9188-AFC8CD2E9594}"/>
              </a:ext>
            </a:extLst>
          </p:cNvPr>
          <p:cNvSpPr>
            <a:spLocks noGrp="1"/>
          </p:cNvSpPr>
          <p:nvPr/>
        </p:nvSpPr>
        <p:spPr>
          <a:xfrm>
            <a:off x="8334375" y="1943100"/>
            <a:ext cx="3095625" cy="381000"/>
          </a:xfrm>
          <a:prstGeom prst="rect">
            <a:avLst/>
          </a:prstGeom>
          <a:solidFill>
            <a:srgbClr val="F7C78B"/>
          </a:solidFill>
          <a:ln w="0">
            <a:noFill/>
          </a:ln>
        </p:spPr>
        <p:txBody>
          <a:bodyPr anchor="ctr">
            <a:normAutofit/>
          </a:bodyP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Enemy</a:t>
            </a:r>
          </a:p>
        </p:txBody>
      </p:sp>
      <p:sp>
        <p:nvSpPr>
          <p:cNvPr id="11" name="Rectangle 10">
            <a:extLst>
              <a:ext uri="{FF2B5EF4-FFF2-40B4-BE49-F238E27FC236}">
                <a16:creationId xmlns:a16="http://schemas.microsoft.com/office/drawing/2014/main" id="{D92B72F2-1B29-44DD-BF24-BEE2806D2561}"/>
              </a:ext>
            </a:extLst>
          </p:cNvPr>
          <p:cNvSpPr>
            <a:spLocks noGrp="1"/>
          </p:cNvSpPr>
          <p:nvPr/>
        </p:nvSpPr>
        <p:spPr>
          <a:xfrm>
            <a:off x="8477250" y="2438400"/>
            <a:ext cx="2809875" cy="904875"/>
          </a:xfrm>
          <a:prstGeom prst="rect">
            <a:avLst/>
          </a:prstGeom>
          <a:noFill/>
          <a:ln w="0">
            <a:noFill/>
          </a:ln>
        </p:spPr>
        <p:txBody>
          <a:bodyPr anchor="ctr">
            <a:normAutofit/>
          </a:bodyPr>
          <a:lstStyle/>
          <a:p>
            <a:pPr algn="l">
              <a:defRPr sz="1275" b="0">
                <a:solidFill>
                  <a:srgbClr val="FFFFFF"/>
                </a:solidFill>
                <a:latin typeface="Arial"/>
                <a:ea typeface="Arial"/>
                <a:cs typeface="Arial"/>
              </a:defRPr>
            </a:pPr>
            <a:r>
              <a:rPr sz="1275" b="0">
                <a:solidFill>
                  <a:srgbClr val="FFFFFF"/>
                </a:solidFill>
                <a:latin typeface="Arial"/>
                <a:ea typeface="Arial"/>
                <a:cs typeface="Arial"/>
              </a:rPr>
              <a:t>- health: int</a:t>
            </a:r>
          </a:p>
          <a:p>
            <a:pPr algn="l">
              <a:defRPr sz="1275" b="0">
                <a:solidFill>
                  <a:srgbClr val="FFFFFF"/>
                </a:solidFill>
                <a:latin typeface="Arial"/>
                <a:ea typeface="Arial"/>
                <a:cs typeface="Arial"/>
              </a:defRPr>
            </a:pPr>
            <a:r>
              <a:rPr sz="1275" b="0">
                <a:solidFill>
                  <a:srgbClr val="FFFFFF"/>
                </a:solidFill>
                <a:latin typeface="Arial"/>
                <a:ea typeface="Arial"/>
                <a:cs typeface="Arial"/>
              </a:rPr>
              <a:t>- state: EnemyState</a:t>
            </a:r>
          </a:p>
          <a:p>
            <a:pPr algn="l">
              <a:defRPr sz="1275" b="0">
                <a:solidFill>
                  <a:srgbClr val="FFFFFF"/>
                </a:solidFill>
                <a:latin typeface="Arial"/>
                <a:ea typeface="Arial"/>
                <a:cs typeface="Arial"/>
              </a:defRPr>
            </a:pPr>
            <a:r>
              <a:rPr sz="1275" b="0">
                <a:solidFill>
                  <a:srgbClr val="FFFFFF"/>
                </a:solidFill>
                <a:latin typeface="Arial"/>
                <a:ea typeface="Arial"/>
                <a:cs typeface="Arial"/>
              </a:rPr>
              <a:t>+ Tick(dt): void</a:t>
            </a:r>
          </a:p>
          <a:p>
            <a:pPr algn="l">
              <a:defRPr sz="1275" b="0">
                <a:solidFill>
                  <a:srgbClr val="FFFFFF"/>
                </a:solidFill>
                <a:latin typeface="Arial"/>
                <a:ea typeface="Arial"/>
                <a:cs typeface="Arial"/>
              </a:defRPr>
            </a:pPr>
            <a:r>
              <a:rPr sz="1275" b="0">
                <a:solidFill>
                  <a:srgbClr val="FFFFFF"/>
                </a:solidFill>
                <a:latin typeface="Arial"/>
                <a:ea typeface="Arial"/>
                <a:cs typeface="Arial"/>
              </a:rPr>
              <a:t>+ SetState(next): void</a:t>
            </a:r>
          </a:p>
        </p:txBody>
      </p:sp>
      <p:sp>
        <p:nvSpPr>
          <p:cNvPr id="12" name="Straight Connector 11">
            <a:extLst>
              <a:ext uri="{FF2B5EF4-FFF2-40B4-BE49-F238E27FC236}">
                <a16:creationId xmlns:a16="http://schemas.microsoft.com/office/drawing/2014/main" id="{161709B4-1FAA-4B6A-8C6B-2B5D2704CFC2}"/>
              </a:ext>
            </a:extLst>
          </p:cNvPr>
          <p:cNvSpPr>
            <a:spLocks noGrp="1"/>
          </p:cNvSpPr>
          <p:nvPr/>
        </p:nvSpPr>
        <p:spPr>
          <a:xfrm>
            <a:off x="3714750" y="2667000"/>
            <a:ext cx="762000" cy="0"/>
          </a:xfrm>
          <a:prstGeom prst="line">
            <a:avLst/>
          </a:prstGeom>
          <a:noFill/>
          <a:ln w="19050">
            <a:solidFill>
              <a:srgbClr val="8695A7"/>
            </a:solidFill>
          </a:ln>
        </p:spPr>
        <p:txBody>
          <a:bodyPr/>
          <a:lstStyle/>
          <a:p>
            <a:endParaRPr lang="en-US"/>
          </a:p>
        </p:txBody>
      </p:sp>
      <p:sp>
        <p:nvSpPr>
          <p:cNvPr id="13" name="Straight Connector 12">
            <a:extLst>
              <a:ext uri="{FF2B5EF4-FFF2-40B4-BE49-F238E27FC236}">
                <a16:creationId xmlns:a16="http://schemas.microsoft.com/office/drawing/2014/main" id="{7C83F83A-E328-4D4E-AC39-434AADD174CA}"/>
              </a:ext>
            </a:extLst>
          </p:cNvPr>
          <p:cNvSpPr>
            <a:spLocks noGrp="1"/>
          </p:cNvSpPr>
          <p:nvPr/>
        </p:nvSpPr>
        <p:spPr>
          <a:xfrm>
            <a:off x="7572375" y="2667000"/>
            <a:ext cx="762000" cy="0"/>
          </a:xfrm>
          <a:prstGeom prst="line">
            <a:avLst/>
          </a:prstGeom>
          <a:noFill/>
          <a:ln w="19050">
            <a:solidFill>
              <a:srgbClr val="8695A7"/>
            </a:solidFill>
          </a:ln>
        </p:spPr>
        <p:txBody>
          <a:bodyPr/>
          <a:lstStyle/>
          <a:p>
            <a:endParaRPr lang="en-US"/>
          </a:p>
        </p:txBody>
      </p:sp>
      <p:sp>
        <p:nvSpPr>
          <p:cNvPr id="14" name="Rectangle 13">
            <a:extLst>
              <a:ext uri="{FF2B5EF4-FFF2-40B4-BE49-F238E27FC236}">
                <a16:creationId xmlns:a16="http://schemas.microsoft.com/office/drawing/2014/main" id="{F8FF2AF6-6E93-4DE6-88C2-657C096DA6B7}"/>
              </a:ext>
            </a:extLst>
          </p:cNvPr>
          <p:cNvSpPr>
            <a:spLocks noGrp="1"/>
          </p:cNvSpPr>
          <p:nvPr/>
        </p:nvSpPr>
        <p:spPr>
          <a:xfrm>
            <a:off x="4248150" y="3952875"/>
            <a:ext cx="3714750" cy="1285875"/>
          </a:xfrm>
          <a:prstGeom prst="rect">
            <a:avLst/>
          </a:prstGeom>
          <a:solidFill>
            <a:srgbClr val="1C2430"/>
          </a:solidFill>
          <a:ln w="19050">
            <a:solidFill>
              <a:srgbClr val="E99ABA"/>
            </a:solidFill>
          </a:ln>
        </p:spPr>
        <p:txBody>
          <a:bodyPr/>
          <a:lstStyle/>
          <a:p>
            <a:endParaRPr lang="en-US"/>
          </a:p>
        </p:txBody>
      </p:sp>
      <p:sp>
        <p:nvSpPr>
          <p:cNvPr id="15" name="Rectangle 14">
            <a:extLst>
              <a:ext uri="{FF2B5EF4-FFF2-40B4-BE49-F238E27FC236}">
                <a16:creationId xmlns:a16="http://schemas.microsoft.com/office/drawing/2014/main" id="{A584F5D9-7465-4355-AB86-74C364A22065}"/>
              </a:ext>
            </a:extLst>
          </p:cNvPr>
          <p:cNvSpPr>
            <a:spLocks noGrp="1"/>
          </p:cNvSpPr>
          <p:nvPr/>
        </p:nvSpPr>
        <p:spPr>
          <a:xfrm>
            <a:off x="4248150" y="3952875"/>
            <a:ext cx="3714750" cy="381000"/>
          </a:xfrm>
          <a:prstGeom prst="rect">
            <a:avLst/>
          </a:prstGeom>
          <a:solidFill>
            <a:srgbClr val="E99ABA"/>
          </a:solidFill>
          <a:ln w="0">
            <a:noFill/>
          </a:ln>
        </p:spPr>
        <p:txBody>
          <a:bodyPr anchor="ctr">
            <a:normAutofit/>
          </a:bodyP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EnemyState (abstract)</a:t>
            </a:r>
          </a:p>
        </p:txBody>
      </p:sp>
      <p:sp>
        <p:nvSpPr>
          <p:cNvPr id="16" name="Rectangle 15">
            <a:extLst>
              <a:ext uri="{FF2B5EF4-FFF2-40B4-BE49-F238E27FC236}">
                <a16:creationId xmlns:a16="http://schemas.microsoft.com/office/drawing/2014/main" id="{96B8F93E-B95D-494C-8B7E-DA730764B21F}"/>
              </a:ext>
            </a:extLst>
          </p:cNvPr>
          <p:cNvSpPr>
            <a:spLocks noGrp="1"/>
          </p:cNvSpPr>
          <p:nvPr/>
        </p:nvSpPr>
        <p:spPr>
          <a:xfrm>
            <a:off x="4391025" y="4448175"/>
            <a:ext cx="3429000" cy="714375"/>
          </a:xfrm>
          <a:prstGeom prst="rect">
            <a:avLst/>
          </a:prstGeom>
          <a:noFill/>
          <a:ln w="0">
            <a:noFill/>
          </a:ln>
        </p:spPr>
        <p:txBody>
          <a:bodyPr anchor="ctr">
            <a:normAutofit/>
          </a:bodyPr>
          <a:lstStyle/>
          <a:p>
            <a:pPr algn="l">
              <a:defRPr sz="1275" b="0">
                <a:solidFill>
                  <a:srgbClr val="FFFFFF"/>
                </a:solidFill>
                <a:latin typeface="Arial"/>
                <a:ea typeface="Arial"/>
                <a:cs typeface="Arial"/>
              </a:defRPr>
            </a:pPr>
            <a:r>
              <a:rPr sz="1275" b="0">
                <a:solidFill>
                  <a:srgbClr val="FFFFFF"/>
                </a:solidFill>
                <a:latin typeface="Arial"/>
                <a:ea typeface="Arial"/>
                <a:cs typeface="Arial"/>
              </a:rPr>
              <a:t>+ Enter(enemy): void</a:t>
            </a:r>
          </a:p>
          <a:p>
            <a:pPr algn="l">
              <a:defRPr sz="1275" b="0">
                <a:solidFill>
                  <a:srgbClr val="FFFFFF"/>
                </a:solidFill>
                <a:latin typeface="Arial"/>
                <a:ea typeface="Arial"/>
                <a:cs typeface="Arial"/>
              </a:defRPr>
            </a:pPr>
            <a:r>
              <a:rPr sz="1275" b="0">
                <a:solidFill>
                  <a:srgbClr val="FFFFFF"/>
                </a:solidFill>
                <a:latin typeface="Arial"/>
                <a:ea typeface="Arial"/>
                <a:cs typeface="Arial"/>
              </a:rPr>
              <a:t>+ Tick(enemy, dt): void</a:t>
            </a:r>
          </a:p>
        </p:txBody>
      </p:sp>
      <p:sp>
        <p:nvSpPr>
          <p:cNvPr id="17" name="Straight Connector 16">
            <a:extLst>
              <a:ext uri="{FF2B5EF4-FFF2-40B4-BE49-F238E27FC236}">
                <a16:creationId xmlns:a16="http://schemas.microsoft.com/office/drawing/2014/main" id="{4432E9BE-FD20-404C-B5D1-38A05DB0DD69}"/>
              </a:ext>
            </a:extLst>
          </p:cNvPr>
          <p:cNvSpPr>
            <a:spLocks noGrp="1"/>
          </p:cNvSpPr>
          <p:nvPr/>
        </p:nvSpPr>
        <p:spPr>
          <a:xfrm>
            <a:off x="9886950" y="3419475"/>
            <a:ext cx="0" cy="276225"/>
          </a:xfrm>
          <a:prstGeom prst="line">
            <a:avLst/>
          </a:prstGeom>
          <a:noFill/>
          <a:ln w="19050">
            <a:solidFill>
              <a:srgbClr val="8695A7"/>
            </a:solidFill>
          </a:ln>
        </p:spPr>
        <p:txBody>
          <a:bodyPr/>
          <a:lstStyle/>
          <a:p>
            <a:endParaRPr lang="en-US"/>
          </a:p>
        </p:txBody>
      </p:sp>
      <p:sp>
        <p:nvSpPr>
          <p:cNvPr id="18" name="Straight Connector 17">
            <a:extLst>
              <a:ext uri="{FF2B5EF4-FFF2-40B4-BE49-F238E27FC236}">
                <a16:creationId xmlns:a16="http://schemas.microsoft.com/office/drawing/2014/main" id="{D6FB69EA-D381-4E72-B8EC-263E6C0B1034}"/>
              </a:ext>
            </a:extLst>
          </p:cNvPr>
          <p:cNvSpPr>
            <a:spLocks noGrp="1"/>
          </p:cNvSpPr>
          <p:nvPr/>
        </p:nvSpPr>
        <p:spPr>
          <a:xfrm>
            <a:off x="6115050" y="3695700"/>
            <a:ext cx="3771900" cy="0"/>
          </a:xfrm>
          <a:prstGeom prst="line">
            <a:avLst/>
          </a:prstGeom>
          <a:noFill/>
          <a:ln w="19050">
            <a:solidFill>
              <a:srgbClr val="8695A7"/>
            </a:solidFill>
          </a:ln>
        </p:spPr>
        <p:txBody>
          <a:bodyPr/>
          <a:lstStyle/>
          <a:p>
            <a:endParaRPr lang="en-US"/>
          </a:p>
        </p:txBody>
      </p:sp>
      <p:sp>
        <p:nvSpPr>
          <p:cNvPr id="19" name="Straight Connector 18">
            <a:extLst>
              <a:ext uri="{FF2B5EF4-FFF2-40B4-BE49-F238E27FC236}">
                <a16:creationId xmlns:a16="http://schemas.microsoft.com/office/drawing/2014/main" id="{EF99F21B-68AB-44BB-9106-8FB7703E4D0C}"/>
              </a:ext>
            </a:extLst>
          </p:cNvPr>
          <p:cNvSpPr>
            <a:spLocks noGrp="1"/>
          </p:cNvSpPr>
          <p:nvPr/>
        </p:nvSpPr>
        <p:spPr>
          <a:xfrm>
            <a:off x="6115050" y="3695700"/>
            <a:ext cx="0" cy="257175"/>
          </a:xfrm>
          <a:prstGeom prst="line">
            <a:avLst/>
          </a:prstGeom>
          <a:noFill/>
          <a:ln w="19050">
            <a:solidFill>
              <a:srgbClr val="8695A7"/>
            </a:solidFill>
          </a:ln>
        </p:spPr>
        <p:txBody>
          <a:bodyPr/>
          <a:lstStyle/>
          <a:p>
            <a:endParaRPr lang="en-US"/>
          </a:p>
        </p:txBody>
      </p:sp>
      <p:sp>
        <p:nvSpPr>
          <p:cNvPr id="20" name="Rectangle 19">
            <a:extLst>
              <a:ext uri="{FF2B5EF4-FFF2-40B4-BE49-F238E27FC236}">
                <a16:creationId xmlns:a16="http://schemas.microsoft.com/office/drawing/2014/main" id="{2DEFED6C-04EA-46CC-852D-2F85D3E60904}"/>
              </a:ext>
            </a:extLst>
          </p:cNvPr>
          <p:cNvSpPr>
            <a:spLocks noGrp="1"/>
          </p:cNvSpPr>
          <p:nvPr/>
        </p:nvSpPr>
        <p:spPr>
          <a:xfrm>
            <a:off x="7924800" y="3724275"/>
            <a:ext cx="1714500" cy="209550"/>
          </a:xfrm>
          <a:prstGeom prst="rect">
            <a:avLst/>
          </a:prstGeom>
          <a:noFill/>
          <a:ln w="0">
            <a:noFill/>
          </a:ln>
        </p:spPr>
        <p:txBody>
          <a:bodyPr anchor="ctr">
            <a:normAutofit fontScale="68889" lnSpcReduction="10000"/>
          </a:bodyPr>
          <a:lstStyle/>
          <a:p>
            <a:pPr algn="ctr">
              <a:defRPr sz="1125" b="0">
                <a:solidFill>
                  <a:srgbClr val="C9D1DA"/>
                </a:solidFill>
                <a:latin typeface="Arial"/>
                <a:ea typeface="Arial"/>
                <a:cs typeface="Arial"/>
              </a:defRPr>
            </a:pPr>
            <a:r>
              <a:rPr sz="1125" b="0">
                <a:solidFill>
                  <a:srgbClr val="C9D1DA"/>
                </a:solidFill>
                <a:latin typeface="Arial"/>
                <a:ea typeface="Arial"/>
                <a:cs typeface="Arial"/>
              </a:rPr>
              <a:t>holds current state</a:t>
            </a:r>
          </a:p>
        </p:txBody>
      </p:sp>
      <p:sp>
        <p:nvSpPr>
          <p:cNvPr id="21" name="Rectangle 20">
            <a:extLst>
              <a:ext uri="{FF2B5EF4-FFF2-40B4-BE49-F238E27FC236}">
                <a16:creationId xmlns:a16="http://schemas.microsoft.com/office/drawing/2014/main" id="{E4BA77F5-AA0D-45E1-ACBB-6FE41AE0A435}"/>
              </a:ext>
            </a:extLst>
          </p:cNvPr>
          <p:cNvSpPr>
            <a:spLocks noGrp="1"/>
          </p:cNvSpPr>
          <p:nvPr/>
        </p:nvSpPr>
        <p:spPr>
          <a:xfrm>
            <a:off x="619125" y="5657850"/>
            <a:ext cx="3105150" cy="1028700"/>
          </a:xfrm>
          <a:prstGeom prst="rect">
            <a:avLst/>
          </a:prstGeom>
          <a:solidFill>
            <a:srgbClr val="1C2430"/>
          </a:solidFill>
          <a:ln w="19050">
            <a:solidFill>
              <a:srgbClr val="81B9D9"/>
            </a:solidFill>
          </a:ln>
        </p:spPr>
        <p:txBody>
          <a:bodyPr/>
          <a:lstStyle/>
          <a:p>
            <a:endParaRPr lang="en-US"/>
          </a:p>
        </p:txBody>
      </p:sp>
      <p:sp>
        <p:nvSpPr>
          <p:cNvPr id="22" name="Rectangle 21">
            <a:extLst>
              <a:ext uri="{FF2B5EF4-FFF2-40B4-BE49-F238E27FC236}">
                <a16:creationId xmlns:a16="http://schemas.microsoft.com/office/drawing/2014/main" id="{F3EAE3D3-E33B-46BC-BF25-33EF7453EEB8}"/>
              </a:ext>
            </a:extLst>
          </p:cNvPr>
          <p:cNvSpPr>
            <a:spLocks noGrp="1"/>
          </p:cNvSpPr>
          <p:nvPr/>
        </p:nvSpPr>
        <p:spPr>
          <a:xfrm>
            <a:off x="619125" y="5657850"/>
            <a:ext cx="3105150" cy="381000"/>
          </a:xfrm>
          <a:prstGeom prst="rect">
            <a:avLst/>
          </a:prstGeom>
          <a:solidFill>
            <a:srgbClr val="81B9D9"/>
          </a:solidFill>
          <a:ln w="0">
            <a:noFill/>
          </a:ln>
        </p:spPr>
        <p:txBody>
          <a:bodyPr anchor="ctr">
            <a:normAutofit/>
          </a:bodyP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ChaseState</a:t>
            </a:r>
          </a:p>
        </p:txBody>
      </p:sp>
      <p:sp>
        <p:nvSpPr>
          <p:cNvPr id="23" name="Rectangle 22">
            <a:extLst>
              <a:ext uri="{FF2B5EF4-FFF2-40B4-BE49-F238E27FC236}">
                <a16:creationId xmlns:a16="http://schemas.microsoft.com/office/drawing/2014/main" id="{095349DF-815B-4BAC-A8AE-D61EE81DE7D6}"/>
              </a:ext>
            </a:extLst>
          </p:cNvPr>
          <p:cNvSpPr>
            <a:spLocks noGrp="1"/>
          </p:cNvSpPr>
          <p:nvPr/>
        </p:nvSpPr>
        <p:spPr>
          <a:xfrm>
            <a:off x="762000" y="6153150"/>
            <a:ext cx="2819400" cy="457200"/>
          </a:xfrm>
          <a:prstGeom prst="rect">
            <a:avLst/>
          </a:prstGeom>
          <a:noFill/>
          <a:ln w="0">
            <a:noFill/>
          </a:ln>
        </p:spPr>
        <p:txBody>
          <a:bodyPr anchor="ctr">
            <a:normAutofit/>
          </a:bodyPr>
          <a:lstStyle/>
          <a:p>
            <a:pPr algn="l">
              <a:defRPr sz="1200" b="0">
                <a:solidFill>
                  <a:srgbClr val="FFFFFF"/>
                </a:solidFill>
                <a:latin typeface="Arial"/>
                <a:ea typeface="Arial"/>
                <a:cs typeface="Arial"/>
              </a:defRPr>
            </a:pPr>
            <a:r>
              <a:rPr sz="1200" b="0">
                <a:solidFill>
                  <a:srgbClr val="FFFFFF"/>
                </a:solidFill>
                <a:latin typeface="Arial"/>
                <a:ea typeface="Arial"/>
                <a:cs typeface="Arial"/>
              </a:rPr>
              <a:t>+ Tick(): follow player</a:t>
            </a:r>
          </a:p>
        </p:txBody>
      </p:sp>
      <p:sp>
        <p:nvSpPr>
          <p:cNvPr id="24" name="Rectangle 23">
            <a:extLst>
              <a:ext uri="{FF2B5EF4-FFF2-40B4-BE49-F238E27FC236}">
                <a16:creationId xmlns:a16="http://schemas.microsoft.com/office/drawing/2014/main" id="{4AB9B8D4-51D1-4B86-B867-D18D974B2730}"/>
              </a:ext>
            </a:extLst>
          </p:cNvPr>
          <p:cNvSpPr>
            <a:spLocks noGrp="1"/>
          </p:cNvSpPr>
          <p:nvPr/>
        </p:nvSpPr>
        <p:spPr>
          <a:xfrm>
            <a:off x="4543425" y="5657850"/>
            <a:ext cx="3105150" cy="1028700"/>
          </a:xfrm>
          <a:prstGeom prst="rect">
            <a:avLst/>
          </a:prstGeom>
          <a:solidFill>
            <a:srgbClr val="1C2430"/>
          </a:solidFill>
          <a:ln w="19050">
            <a:solidFill>
              <a:srgbClr val="F7C78B"/>
            </a:solidFill>
          </a:ln>
        </p:spPr>
        <p:txBody>
          <a:bodyPr/>
          <a:lstStyle/>
          <a:p>
            <a:endParaRPr lang="en-US"/>
          </a:p>
        </p:txBody>
      </p:sp>
      <p:sp>
        <p:nvSpPr>
          <p:cNvPr id="25" name="Rectangle 24">
            <a:extLst>
              <a:ext uri="{FF2B5EF4-FFF2-40B4-BE49-F238E27FC236}">
                <a16:creationId xmlns:a16="http://schemas.microsoft.com/office/drawing/2014/main" id="{0AB7C575-F364-4320-8AC8-3873D02F83B3}"/>
              </a:ext>
            </a:extLst>
          </p:cNvPr>
          <p:cNvSpPr>
            <a:spLocks noGrp="1"/>
          </p:cNvSpPr>
          <p:nvPr/>
        </p:nvSpPr>
        <p:spPr>
          <a:xfrm>
            <a:off x="4543425" y="5657850"/>
            <a:ext cx="3105150" cy="381000"/>
          </a:xfrm>
          <a:prstGeom prst="rect">
            <a:avLst/>
          </a:prstGeom>
          <a:solidFill>
            <a:srgbClr val="F7C78B"/>
          </a:solidFill>
          <a:ln w="0">
            <a:noFill/>
          </a:ln>
        </p:spPr>
        <p:txBody>
          <a:bodyPr anchor="ctr">
            <a:normAutofit/>
          </a:bodyP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AttackState</a:t>
            </a:r>
          </a:p>
        </p:txBody>
      </p:sp>
      <p:sp>
        <p:nvSpPr>
          <p:cNvPr id="26" name="Rectangle 25">
            <a:extLst>
              <a:ext uri="{FF2B5EF4-FFF2-40B4-BE49-F238E27FC236}">
                <a16:creationId xmlns:a16="http://schemas.microsoft.com/office/drawing/2014/main" id="{50706AED-9348-4EF0-925E-9115699B2660}"/>
              </a:ext>
            </a:extLst>
          </p:cNvPr>
          <p:cNvSpPr>
            <a:spLocks noGrp="1"/>
          </p:cNvSpPr>
          <p:nvPr/>
        </p:nvSpPr>
        <p:spPr>
          <a:xfrm>
            <a:off x="4686300" y="6153150"/>
            <a:ext cx="2819400" cy="457200"/>
          </a:xfrm>
          <a:prstGeom prst="rect">
            <a:avLst/>
          </a:prstGeom>
          <a:noFill/>
          <a:ln w="0">
            <a:noFill/>
          </a:ln>
        </p:spPr>
        <p:txBody>
          <a:bodyPr anchor="ctr">
            <a:normAutofit/>
          </a:bodyPr>
          <a:lstStyle/>
          <a:p>
            <a:pPr algn="l">
              <a:defRPr sz="1200" b="0">
                <a:solidFill>
                  <a:srgbClr val="FFFFFF"/>
                </a:solidFill>
                <a:latin typeface="Arial"/>
                <a:ea typeface="Arial"/>
                <a:cs typeface="Arial"/>
              </a:defRPr>
            </a:pPr>
            <a:r>
              <a:rPr sz="1200" b="0">
                <a:solidFill>
                  <a:srgbClr val="FFFFFF"/>
                </a:solidFill>
                <a:latin typeface="Arial"/>
                <a:ea typeface="Arial"/>
                <a:cs typeface="Arial"/>
              </a:rPr>
              <a:t>+ Tick(): contact damage</a:t>
            </a:r>
          </a:p>
        </p:txBody>
      </p:sp>
      <p:sp>
        <p:nvSpPr>
          <p:cNvPr id="27" name="Rectangle 26">
            <a:extLst>
              <a:ext uri="{FF2B5EF4-FFF2-40B4-BE49-F238E27FC236}">
                <a16:creationId xmlns:a16="http://schemas.microsoft.com/office/drawing/2014/main" id="{2EACB6D7-2B60-4ADB-8FD3-E4EC1843E538}"/>
              </a:ext>
            </a:extLst>
          </p:cNvPr>
          <p:cNvSpPr>
            <a:spLocks noGrp="1"/>
          </p:cNvSpPr>
          <p:nvPr/>
        </p:nvSpPr>
        <p:spPr>
          <a:xfrm>
            <a:off x="8467725" y="5657850"/>
            <a:ext cx="3105150" cy="1028700"/>
          </a:xfrm>
          <a:prstGeom prst="rect">
            <a:avLst/>
          </a:prstGeom>
          <a:solidFill>
            <a:srgbClr val="1C2430"/>
          </a:solidFill>
          <a:ln w="19050">
            <a:solidFill>
              <a:srgbClr val="E99ABA"/>
            </a:solidFill>
          </a:ln>
        </p:spPr>
        <p:txBody>
          <a:bodyPr/>
          <a:lstStyle/>
          <a:p>
            <a:endParaRPr lang="en-US"/>
          </a:p>
        </p:txBody>
      </p:sp>
      <p:sp>
        <p:nvSpPr>
          <p:cNvPr id="28" name="Rectangle 27">
            <a:extLst>
              <a:ext uri="{FF2B5EF4-FFF2-40B4-BE49-F238E27FC236}">
                <a16:creationId xmlns:a16="http://schemas.microsoft.com/office/drawing/2014/main" id="{8F952AAF-0D95-49C2-A1C4-1DBA749DE2B5}"/>
              </a:ext>
            </a:extLst>
          </p:cNvPr>
          <p:cNvSpPr>
            <a:spLocks noGrp="1"/>
          </p:cNvSpPr>
          <p:nvPr/>
        </p:nvSpPr>
        <p:spPr>
          <a:xfrm>
            <a:off x="8467725" y="5657850"/>
            <a:ext cx="3105150" cy="381000"/>
          </a:xfrm>
          <a:prstGeom prst="rect">
            <a:avLst/>
          </a:prstGeom>
          <a:solidFill>
            <a:srgbClr val="E99ABA"/>
          </a:solidFill>
          <a:ln w="0">
            <a:noFill/>
          </a:ln>
        </p:spPr>
        <p:txBody>
          <a:bodyPr anchor="ctr">
            <a:normAutofit/>
          </a:bodyP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DeadState</a:t>
            </a:r>
          </a:p>
        </p:txBody>
      </p:sp>
      <p:sp>
        <p:nvSpPr>
          <p:cNvPr id="29" name="Rectangle 28">
            <a:extLst>
              <a:ext uri="{FF2B5EF4-FFF2-40B4-BE49-F238E27FC236}">
                <a16:creationId xmlns:a16="http://schemas.microsoft.com/office/drawing/2014/main" id="{5D712C57-48B3-4D79-984A-90AB00A4A44C}"/>
              </a:ext>
            </a:extLst>
          </p:cNvPr>
          <p:cNvSpPr>
            <a:spLocks noGrp="1"/>
          </p:cNvSpPr>
          <p:nvPr/>
        </p:nvSpPr>
        <p:spPr>
          <a:xfrm>
            <a:off x="8610600" y="6153150"/>
            <a:ext cx="2819400" cy="457200"/>
          </a:xfrm>
          <a:prstGeom prst="rect">
            <a:avLst/>
          </a:prstGeom>
          <a:noFill/>
          <a:ln w="0">
            <a:noFill/>
          </a:ln>
        </p:spPr>
        <p:txBody>
          <a:bodyPr anchor="ctr">
            <a:normAutofit/>
          </a:bodyPr>
          <a:lstStyle/>
          <a:p>
            <a:pPr algn="l">
              <a:defRPr sz="1200" b="0">
                <a:solidFill>
                  <a:srgbClr val="FFFFFF"/>
                </a:solidFill>
                <a:latin typeface="Arial"/>
                <a:ea typeface="Arial"/>
                <a:cs typeface="Arial"/>
              </a:defRPr>
            </a:pPr>
            <a:r>
              <a:rPr sz="1200" b="0">
                <a:solidFill>
                  <a:srgbClr val="FFFFFF"/>
                </a:solidFill>
                <a:latin typeface="Arial"/>
                <a:ea typeface="Arial"/>
                <a:cs typeface="Arial"/>
              </a:rPr>
              <a:t>+ Tick(): report defeat</a:t>
            </a:r>
          </a:p>
        </p:txBody>
      </p:sp>
      <p:sp>
        <p:nvSpPr>
          <p:cNvPr id="30" name="Straight Connector 29">
            <a:extLst>
              <a:ext uri="{FF2B5EF4-FFF2-40B4-BE49-F238E27FC236}">
                <a16:creationId xmlns:a16="http://schemas.microsoft.com/office/drawing/2014/main" id="{1ACB1F24-5D20-4013-BA03-D7218901BE38}"/>
              </a:ext>
            </a:extLst>
          </p:cNvPr>
          <p:cNvSpPr>
            <a:spLocks noGrp="1"/>
          </p:cNvSpPr>
          <p:nvPr/>
        </p:nvSpPr>
        <p:spPr>
          <a:xfrm>
            <a:off x="2171700" y="5486400"/>
            <a:ext cx="7848600" cy="0"/>
          </a:xfrm>
          <a:prstGeom prst="line">
            <a:avLst/>
          </a:prstGeom>
          <a:noFill/>
          <a:ln w="19050">
            <a:solidFill>
              <a:srgbClr val="8695A7"/>
            </a:solidFill>
          </a:ln>
        </p:spPr>
        <p:txBody>
          <a:bodyPr/>
          <a:lstStyle/>
          <a:p>
            <a:endParaRPr lang="en-US"/>
          </a:p>
        </p:txBody>
      </p:sp>
      <p:sp>
        <p:nvSpPr>
          <p:cNvPr id="31" name="Straight Connector 30">
            <a:extLst>
              <a:ext uri="{FF2B5EF4-FFF2-40B4-BE49-F238E27FC236}">
                <a16:creationId xmlns:a16="http://schemas.microsoft.com/office/drawing/2014/main" id="{6C02C510-1473-42AC-AD44-3690B1A5FEAF}"/>
              </a:ext>
            </a:extLst>
          </p:cNvPr>
          <p:cNvSpPr>
            <a:spLocks noGrp="1"/>
          </p:cNvSpPr>
          <p:nvPr/>
        </p:nvSpPr>
        <p:spPr>
          <a:xfrm>
            <a:off x="2171700" y="5486400"/>
            <a:ext cx="0" cy="171450"/>
          </a:xfrm>
          <a:prstGeom prst="line">
            <a:avLst/>
          </a:prstGeom>
          <a:noFill/>
          <a:ln w="19050">
            <a:solidFill>
              <a:srgbClr val="8695A7"/>
            </a:solidFill>
          </a:ln>
        </p:spPr>
        <p:txBody>
          <a:bodyPr/>
          <a:lstStyle/>
          <a:p>
            <a:endParaRPr lang="en-US"/>
          </a:p>
        </p:txBody>
      </p:sp>
      <p:sp>
        <p:nvSpPr>
          <p:cNvPr id="32" name="Straight Connector 31">
            <a:extLst>
              <a:ext uri="{FF2B5EF4-FFF2-40B4-BE49-F238E27FC236}">
                <a16:creationId xmlns:a16="http://schemas.microsoft.com/office/drawing/2014/main" id="{B3B30674-5202-4034-AAE7-8893CF10288E}"/>
              </a:ext>
            </a:extLst>
          </p:cNvPr>
          <p:cNvSpPr>
            <a:spLocks noGrp="1"/>
          </p:cNvSpPr>
          <p:nvPr/>
        </p:nvSpPr>
        <p:spPr>
          <a:xfrm>
            <a:off x="6096000" y="5486400"/>
            <a:ext cx="0" cy="171450"/>
          </a:xfrm>
          <a:prstGeom prst="line">
            <a:avLst/>
          </a:prstGeom>
          <a:noFill/>
          <a:ln w="19050">
            <a:solidFill>
              <a:srgbClr val="8695A7"/>
            </a:solidFill>
          </a:ln>
        </p:spPr>
        <p:txBody>
          <a:bodyPr/>
          <a:lstStyle/>
          <a:p>
            <a:endParaRPr lang="en-US"/>
          </a:p>
        </p:txBody>
      </p:sp>
      <p:sp>
        <p:nvSpPr>
          <p:cNvPr id="33" name="Straight Connector 32">
            <a:extLst>
              <a:ext uri="{FF2B5EF4-FFF2-40B4-BE49-F238E27FC236}">
                <a16:creationId xmlns:a16="http://schemas.microsoft.com/office/drawing/2014/main" id="{29481F5B-9E1D-4850-A550-D412FD67CC0B}"/>
              </a:ext>
            </a:extLst>
          </p:cNvPr>
          <p:cNvSpPr>
            <a:spLocks noGrp="1"/>
          </p:cNvSpPr>
          <p:nvPr/>
        </p:nvSpPr>
        <p:spPr>
          <a:xfrm>
            <a:off x="10020300" y="5486400"/>
            <a:ext cx="0" cy="171450"/>
          </a:xfrm>
          <a:prstGeom prst="line">
            <a:avLst/>
          </a:prstGeom>
          <a:noFill/>
          <a:ln w="19050">
            <a:solidFill>
              <a:srgbClr val="8695A7"/>
            </a:solidFill>
          </a:ln>
        </p:spPr>
        <p:txBody>
          <a:bodyPr/>
          <a:lstStyle/>
          <a:p>
            <a:endParaRPr lang="en-US"/>
          </a:p>
        </p:txBody>
      </p:sp>
      <p:sp>
        <p:nvSpPr>
          <p:cNvPr id="34" name="Straight Connector 33">
            <a:extLst>
              <a:ext uri="{FF2B5EF4-FFF2-40B4-BE49-F238E27FC236}">
                <a16:creationId xmlns:a16="http://schemas.microsoft.com/office/drawing/2014/main" id="{B03E8718-C711-4DF2-B0FD-F7DC27FB1F6D}"/>
              </a:ext>
            </a:extLst>
          </p:cNvPr>
          <p:cNvSpPr>
            <a:spLocks noGrp="1"/>
          </p:cNvSpPr>
          <p:nvPr/>
        </p:nvSpPr>
        <p:spPr>
          <a:xfrm>
            <a:off x="6096000" y="5238750"/>
            <a:ext cx="0" cy="247650"/>
          </a:xfrm>
          <a:prstGeom prst="line">
            <a:avLst/>
          </a:prstGeom>
          <a:noFill/>
          <a:ln w="19050">
            <a:solidFill>
              <a:srgbClr val="8695A7"/>
            </a:solidFill>
          </a:ln>
        </p:spPr>
        <p:txBody>
          <a:bodyPr/>
          <a:lstStyle/>
          <a:p>
            <a:endParaRPr lang="en-US"/>
          </a:p>
        </p:txBody>
      </p:sp>
      <p:sp>
        <p:nvSpPr>
          <p:cNvPr id="35" name="Rectangle 34">
            <a:extLst>
              <a:ext uri="{FF2B5EF4-FFF2-40B4-BE49-F238E27FC236}">
                <a16:creationId xmlns:a16="http://schemas.microsoft.com/office/drawing/2014/main" id="{B0C04844-72EF-4AB6-A35B-EF10885F707A}"/>
              </a:ext>
            </a:extLst>
          </p:cNvPr>
          <p:cNvSpPr>
            <a:spLocks noGrp="1"/>
          </p:cNvSpPr>
          <p:nvPr/>
        </p:nvSpPr>
        <p:spPr>
          <a:xfrm>
            <a:off x="7134225" y="5248275"/>
            <a:ext cx="1619250" cy="228600"/>
          </a:xfrm>
          <a:prstGeom prst="rect">
            <a:avLst/>
          </a:prstGeom>
          <a:noFill/>
          <a:ln w="0">
            <a:noFill/>
          </a:ln>
        </p:spPr>
        <p:txBody>
          <a:bodyPr anchor="ctr">
            <a:normAutofit fontScale="87500" lnSpcReduction="10000"/>
          </a:bodyPr>
          <a:lstStyle/>
          <a:p>
            <a:pPr algn="ctr">
              <a:defRPr sz="1125" b="0">
                <a:solidFill>
                  <a:srgbClr val="C9D1DA"/>
                </a:solidFill>
                <a:latin typeface="Arial"/>
                <a:ea typeface="Arial"/>
                <a:cs typeface="Arial"/>
              </a:defRPr>
            </a:pPr>
            <a:r>
              <a:rPr sz="1125" b="0">
                <a:solidFill>
                  <a:srgbClr val="C9D1DA"/>
                </a:solidFill>
                <a:latin typeface="Arial"/>
                <a:ea typeface="Arial"/>
                <a:cs typeface="Arial"/>
              </a:rPr>
              <a:t>inherits from</a:t>
            </a:r>
          </a:p>
        </p:txBody>
      </p:sp>
      <p:sp>
        <p:nvSpPr>
          <p:cNvPr id="37" name="TextBox 36">
            <a:extLst>
              <a:ext uri="{FF2B5EF4-FFF2-40B4-BE49-F238E27FC236}">
                <a16:creationId xmlns:a16="http://schemas.microsoft.com/office/drawing/2014/main" id="{33899CF9-A3D0-212B-4298-5BB443AE3463}"/>
              </a:ext>
            </a:extLst>
          </p:cNvPr>
          <p:cNvSpPr txBox="1"/>
          <p:nvPr/>
        </p:nvSpPr>
        <p:spPr>
          <a:xfrm>
            <a:off x="9686925" y="6488668"/>
            <a:ext cx="6105524" cy="369332"/>
          </a:xfrm>
          <a:prstGeom prst="rect">
            <a:avLst/>
          </a:prstGeom>
          <a:noFill/>
        </p:spPr>
        <p:txBody>
          <a:bodyPr wrap="square">
            <a:spAutoFit/>
          </a:bodyPr>
          <a:lstStyle/>
          <a:p>
            <a:r>
              <a:rPr lang="en-US" sz="1800" i="1" dirty="0"/>
              <a:t>Presenter: </a:t>
            </a:r>
            <a:r>
              <a:rPr lang="en-US" sz="1800" i="1" dirty="0" err="1"/>
              <a:t>Shenghao</a:t>
            </a:r>
            <a:endParaRPr lang="en-US" sz="1800" i="1" dirty="0"/>
          </a:p>
        </p:txBody>
      </p:sp>
    </p:spTree>
    <p:extLst>
      <p:ext uri="{BB962C8B-B14F-4D97-AF65-F5344CB8AC3E}">
        <p14:creationId xmlns:p14="http://schemas.microsoft.com/office/powerpoint/2010/main" val="31201466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6DA4ED-88B1-F80F-429D-1BD6C830EF4B}"/>
              </a:ext>
            </a:extLst>
          </p:cNvPr>
          <p:cNvSpPr>
            <a:spLocks noGrp="1"/>
          </p:cNvSpPr>
          <p:nvPr>
            <p:ph type="title"/>
          </p:nvPr>
        </p:nvSpPr>
        <p:spPr/>
        <p:txBody>
          <a:bodyPr/>
          <a:lstStyle/>
          <a:p>
            <a:r>
              <a:t>TL3: Shenghao - Enemy State Pattern</a:t>
            </a:r>
          </a:p>
        </p:txBody>
      </p:sp>
      <p:sp>
        <p:nvSpPr>
          <p:cNvPr id="3" name="Rectangle 2">
            <a:extLst>
              <a:ext uri="{FF2B5EF4-FFF2-40B4-BE49-F238E27FC236}">
                <a16:creationId xmlns:a16="http://schemas.microsoft.com/office/drawing/2014/main" id="{C3C243A8-0E87-4F2E-8EE2-EC90BBBB3934}"/>
              </a:ext>
            </a:extLst>
          </p:cNvPr>
          <p:cNvSpPr>
            <a:spLocks noGrp="1"/>
          </p:cNvSpPr>
          <p:nvPr/>
        </p:nvSpPr>
        <p:spPr>
          <a:xfrm>
            <a:off x="666750" y="1857375"/>
            <a:ext cx="3857625" cy="1905000"/>
          </a:xfrm>
          <a:prstGeom prst="rect">
            <a:avLst/>
          </a:prstGeom>
          <a:solidFill>
            <a:srgbClr val="1C2430"/>
          </a:solidFill>
          <a:ln w="19050">
            <a:solidFill>
              <a:srgbClr val="81B9D9"/>
            </a:solidFill>
          </a:ln>
        </p:spPr>
        <p:txBody>
          <a:bodyPr/>
          <a:lstStyle/>
          <a:p>
            <a:endParaRPr lang="en-US"/>
          </a:p>
        </p:txBody>
      </p:sp>
      <p:sp>
        <p:nvSpPr>
          <p:cNvPr id="4" name="Rectangle 3">
            <a:extLst>
              <a:ext uri="{FF2B5EF4-FFF2-40B4-BE49-F238E27FC236}">
                <a16:creationId xmlns:a16="http://schemas.microsoft.com/office/drawing/2014/main" id="{6A6BFB91-FBEE-41C6-9D45-98A49ECB86D8}"/>
              </a:ext>
            </a:extLst>
          </p:cNvPr>
          <p:cNvSpPr>
            <a:spLocks noGrp="1"/>
          </p:cNvSpPr>
          <p:nvPr/>
        </p:nvSpPr>
        <p:spPr>
          <a:xfrm>
            <a:off x="666750" y="1857375"/>
            <a:ext cx="3857625" cy="381000"/>
          </a:xfrm>
          <a:prstGeom prst="rect">
            <a:avLst/>
          </a:prstGeom>
          <a:solidFill>
            <a:srgbClr val="81B9D9"/>
          </a:solidFill>
          <a:ln w="0">
            <a:noFill/>
          </a:ln>
        </p:spPr>
        <p:txBody>
          <a:bodyPr anchor="ctr">
            <a:normAutofit/>
          </a:bodyP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Enemy</a:t>
            </a:r>
          </a:p>
        </p:txBody>
      </p:sp>
      <p:sp>
        <p:nvSpPr>
          <p:cNvPr id="5" name="Rectangle 4">
            <a:extLst>
              <a:ext uri="{FF2B5EF4-FFF2-40B4-BE49-F238E27FC236}">
                <a16:creationId xmlns:a16="http://schemas.microsoft.com/office/drawing/2014/main" id="{E9589C0F-B43D-4D04-B426-4D8E612D611F}"/>
              </a:ext>
            </a:extLst>
          </p:cNvPr>
          <p:cNvSpPr>
            <a:spLocks noGrp="1"/>
          </p:cNvSpPr>
          <p:nvPr/>
        </p:nvSpPr>
        <p:spPr>
          <a:xfrm>
            <a:off x="809625" y="2352675"/>
            <a:ext cx="3571875" cy="1333500"/>
          </a:xfrm>
          <a:prstGeom prst="rect">
            <a:avLst/>
          </a:prstGeom>
          <a:noFill/>
          <a:ln w="0">
            <a:noFill/>
          </a:ln>
        </p:spPr>
        <p:txBody>
          <a:bodyPr anchor="ctr">
            <a:normAutofit/>
          </a:bodyPr>
          <a:lstStyle/>
          <a:p>
            <a:pPr algn="l">
              <a:defRPr sz="1500" b="0">
                <a:solidFill>
                  <a:srgbClr val="FFFFFF"/>
                </a:solidFill>
                <a:latin typeface="Arial"/>
                <a:ea typeface="Arial"/>
                <a:cs typeface="Arial"/>
              </a:defRPr>
            </a:pPr>
            <a:r>
              <a:rPr sz="1500" b="0">
                <a:solidFill>
                  <a:srgbClr val="FFFFFF"/>
                </a:solidFill>
                <a:latin typeface="Arial"/>
                <a:ea typeface="Arial"/>
                <a:cs typeface="Arial"/>
              </a:rPr>
              <a:t>- state: EnemyState</a:t>
            </a:r>
          </a:p>
          <a:p>
            <a:pPr algn="l">
              <a:defRPr sz="1500" b="0">
                <a:solidFill>
                  <a:srgbClr val="FFFFFF"/>
                </a:solidFill>
                <a:latin typeface="Arial"/>
                <a:ea typeface="Arial"/>
                <a:cs typeface="Arial"/>
              </a:defRPr>
            </a:pPr>
            <a:r>
              <a:rPr sz="1500" b="0">
                <a:solidFill>
                  <a:srgbClr val="FFFFFF"/>
                </a:solidFill>
                <a:latin typeface="Arial"/>
                <a:ea typeface="Arial"/>
                <a:cs typeface="Arial"/>
              </a:rPr>
              <a:t>+ Tick(dt): state.Tick(this, dt)</a:t>
            </a:r>
          </a:p>
          <a:p>
            <a:pPr algn="l">
              <a:defRPr sz="1500" b="0">
                <a:solidFill>
                  <a:srgbClr val="FFFFFF"/>
                </a:solidFill>
                <a:latin typeface="Arial"/>
                <a:ea typeface="Arial"/>
                <a:cs typeface="Arial"/>
              </a:defRPr>
            </a:pPr>
            <a:r>
              <a:rPr sz="1500" b="0">
                <a:solidFill>
                  <a:srgbClr val="FFFFFF"/>
                </a:solidFill>
                <a:latin typeface="Arial"/>
                <a:ea typeface="Arial"/>
                <a:cs typeface="Arial"/>
              </a:rPr>
              <a:t>+ SetState(next): void</a:t>
            </a:r>
          </a:p>
        </p:txBody>
      </p:sp>
      <p:sp>
        <p:nvSpPr>
          <p:cNvPr id="6" name="Rectangle 5">
            <a:extLst>
              <a:ext uri="{FF2B5EF4-FFF2-40B4-BE49-F238E27FC236}">
                <a16:creationId xmlns:a16="http://schemas.microsoft.com/office/drawing/2014/main" id="{5C405BEA-462E-4C9D-BAF9-01968D9BB206}"/>
              </a:ext>
            </a:extLst>
          </p:cNvPr>
          <p:cNvSpPr>
            <a:spLocks noGrp="1"/>
          </p:cNvSpPr>
          <p:nvPr/>
        </p:nvSpPr>
        <p:spPr>
          <a:xfrm>
            <a:off x="5791200" y="1857375"/>
            <a:ext cx="4000500" cy="1905000"/>
          </a:xfrm>
          <a:prstGeom prst="rect">
            <a:avLst/>
          </a:prstGeom>
          <a:solidFill>
            <a:srgbClr val="1C2430"/>
          </a:solidFill>
          <a:ln w="19050">
            <a:solidFill>
              <a:srgbClr val="E99ABA"/>
            </a:solidFill>
          </a:ln>
        </p:spPr>
        <p:txBody>
          <a:bodyPr/>
          <a:lstStyle/>
          <a:p>
            <a:endParaRPr lang="en-US"/>
          </a:p>
        </p:txBody>
      </p:sp>
      <p:sp>
        <p:nvSpPr>
          <p:cNvPr id="7" name="Rectangle 6">
            <a:extLst>
              <a:ext uri="{FF2B5EF4-FFF2-40B4-BE49-F238E27FC236}">
                <a16:creationId xmlns:a16="http://schemas.microsoft.com/office/drawing/2014/main" id="{BF72A798-8F04-46B0-8C1D-C91781741BD8}"/>
              </a:ext>
            </a:extLst>
          </p:cNvPr>
          <p:cNvSpPr>
            <a:spLocks noGrp="1"/>
          </p:cNvSpPr>
          <p:nvPr/>
        </p:nvSpPr>
        <p:spPr>
          <a:xfrm>
            <a:off x="5791200" y="1857375"/>
            <a:ext cx="4000500" cy="381000"/>
          </a:xfrm>
          <a:prstGeom prst="rect">
            <a:avLst/>
          </a:prstGeom>
          <a:solidFill>
            <a:srgbClr val="E99ABA"/>
          </a:solidFill>
          <a:ln w="0">
            <a:noFill/>
          </a:ln>
        </p:spPr>
        <p:txBody>
          <a:bodyPr anchor="ctr">
            <a:normAutofit/>
          </a:bodyP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EnemyState (abstract)</a:t>
            </a:r>
          </a:p>
        </p:txBody>
      </p:sp>
      <p:sp>
        <p:nvSpPr>
          <p:cNvPr id="8" name="Rectangle 7">
            <a:extLst>
              <a:ext uri="{FF2B5EF4-FFF2-40B4-BE49-F238E27FC236}">
                <a16:creationId xmlns:a16="http://schemas.microsoft.com/office/drawing/2014/main" id="{A0A97221-6BCC-49A9-884E-4DB4B688027A}"/>
              </a:ext>
            </a:extLst>
          </p:cNvPr>
          <p:cNvSpPr>
            <a:spLocks noGrp="1"/>
          </p:cNvSpPr>
          <p:nvPr/>
        </p:nvSpPr>
        <p:spPr>
          <a:xfrm>
            <a:off x="5934075" y="2352675"/>
            <a:ext cx="3714750" cy="1333500"/>
          </a:xfrm>
          <a:prstGeom prst="rect">
            <a:avLst/>
          </a:prstGeom>
          <a:noFill/>
          <a:ln w="0">
            <a:noFill/>
          </a:ln>
        </p:spPr>
        <p:txBody>
          <a:bodyPr anchor="ctr">
            <a:normAutofit/>
          </a:bodyPr>
          <a:lstStyle/>
          <a:p>
            <a:pPr algn="l">
              <a:defRPr sz="1500" b="0">
                <a:solidFill>
                  <a:srgbClr val="FFFFFF"/>
                </a:solidFill>
                <a:latin typeface="Arial"/>
                <a:ea typeface="Arial"/>
                <a:cs typeface="Arial"/>
              </a:defRPr>
            </a:pPr>
            <a:r>
              <a:rPr sz="1500" b="0">
                <a:solidFill>
                  <a:srgbClr val="FFFFFF"/>
                </a:solidFill>
                <a:latin typeface="Arial"/>
                <a:ea typeface="Arial"/>
                <a:cs typeface="Arial"/>
              </a:rPr>
              <a:t>+ Enter(enemy): void</a:t>
            </a:r>
          </a:p>
          <a:p>
            <a:pPr algn="l">
              <a:defRPr sz="1500" b="0">
                <a:solidFill>
                  <a:srgbClr val="FFFFFF"/>
                </a:solidFill>
                <a:latin typeface="Arial"/>
                <a:ea typeface="Arial"/>
                <a:cs typeface="Arial"/>
              </a:defRPr>
            </a:pPr>
            <a:r>
              <a:rPr sz="1500" b="0">
                <a:solidFill>
                  <a:srgbClr val="FFFFFF"/>
                </a:solidFill>
                <a:latin typeface="Arial"/>
                <a:ea typeface="Arial"/>
                <a:cs typeface="Arial"/>
              </a:rPr>
              <a:t>+ Tick(enemy, dt): void</a:t>
            </a:r>
          </a:p>
          <a:p>
            <a:pPr algn="l">
              <a:defRPr sz="1500" b="0">
                <a:solidFill>
                  <a:srgbClr val="FFFFFF"/>
                </a:solidFill>
                <a:latin typeface="Arial"/>
                <a:ea typeface="Arial"/>
                <a:cs typeface="Arial"/>
              </a:defRPr>
            </a:pPr>
            <a:r>
              <a:rPr sz="1500" b="0">
                <a:solidFill>
                  <a:srgbClr val="FFFFFF"/>
                </a:solidFill>
                <a:latin typeface="Arial"/>
                <a:ea typeface="Arial"/>
                <a:cs typeface="Arial"/>
              </a:rPr>
              <a:t>+ Exit(enemy): void</a:t>
            </a:r>
          </a:p>
        </p:txBody>
      </p:sp>
      <p:sp>
        <p:nvSpPr>
          <p:cNvPr id="9" name="Rectangle 8">
            <a:extLst>
              <a:ext uri="{FF2B5EF4-FFF2-40B4-BE49-F238E27FC236}">
                <a16:creationId xmlns:a16="http://schemas.microsoft.com/office/drawing/2014/main" id="{8BF8ED70-7A37-4D4E-B58C-EC2A40EF666E}"/>
              </a:ext>
            </a:extLst>
          </p:cNvPr>
          <p:cNvSpPr>
            <a:spLocks noGrp="1"/>
          </p:cNvSpPr>
          <p:nvPr/>
        </p:nvSpPr>
        <p:spPr>
          <a:xfrm>
            <a:off x="1000125" y="4572000"/>
            <a:ext cx="3000375" cy="1619250"/>
          </a:xfrm>
          <a:prstGeom prst="rect">
            <a:avLst/>
          </a:prstGeom>
          <a:solidFill>
            <a:srgbClr val="1C2430"/>
          </a:solidFill>
          <a:ln w="19050">
            <a:solidFill>
              <a:srgbClr val="81B9D9"/>
            </a:solidFill>
          </a:ln>
        </p:spPr>
        <p:txBody>
          <a:bodyPr/>
          <a:lstStyle/>
          <a:p>
            <a:endParaRPr lang="en-US"/>
          </a:p>
        </p:txBody>
      </p:sp>
      <p:sp>
        <p:nvSpPr>
          <p:cNvPr id="10" name="Rectangle 9">
            <a:extLst>
              <a:ext uri="{FF2B5EF4-FFF2-40B4-BE49-F238E27FC236}">
                <a16:creationId xmlns:a16="http://schemas.microsoft.com/office/drawing/2014/main" id="{79880492-BBD1-4E3A-AA91-8C126FB8EB04}"/>
              </a:ext>
            </a:extLst>
          </p:cNvPr>
          <p:cNvSpPr>
            <a:spLocks noGrp="1"/>
          </p:cNvSpPr>
          <p:nvPr/>
        </p:nvSpPr>
        <p:spPr>
          <a:xfrm>
            <a:off x="1000125" y="4572000"/>
            <a:ext cx="3000375" cy="381000"/>
          </a:xfrm>
          <a:prstGeom prst="rect">
            <a:avLst/>
          </a:prstGeom>
          <a:solidFill>
            <a:srgbClr val="81B9D9"/>
          </a:solidFill>
          <a:ln w="0">
            <a:noFill/>
          </a:ln>
        </p:spPr>
        <p:txBody>
          <a:bodyPr anchor="ctr">
            <a:normAutofit/>
          </a:bodyP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ChaseState</a:t>
            </a:r>
          </a:p>
        </p:txBody>
      </p:sp>
      <p:sp>
        <p:nvSpPr>
          <p:cNvPr id="11" name="Rectangle 10">
            <a:extLst>
              <a:ext uri="{FF2B5EF4-FFF2-40B4-BE49-F238E27FC236}">
                <a16:creationId xmlns:a16="http://schemas.microsoft.com/office/drawing/2014/main" id="{9AC90EB4-6B33-4695-B90B-F0D0296B28CE}"/>
              </a:ext>
            </a:extLst>
          </p:cNvPr>
          <p:cNvSpPr>
            <a:spLocks noGrp="1"/>
          </p:cNvSpPr>
          <p:nvPr/>
        </p:nvSpPr>
        <p:spPr>
          <a:xfrm>
            <a:off x="1143000" y="5067300"/>
            <a:ext cx="2714625" cy="1047750"/>
          </a:xfrm>
          <a:prstGeom prst="rect">
            <a:avLst/>
          </a:prstGeom>
          <a:noFill/>
          <a:ln w="0">
            <a:noFill/>
          </a:ln>
        </p:spPr>
        <p:txBody>
          <a:bodyPr anchor="ctr">
            <a:normAutofit/>
          </a:bodyPr>
          <a:lstStyle/>
          <a:p>
            <a:pPr algn="l">
              <a:defRPr sz="1425" b="0">
                <a:solidFill>
                  <a:srgbClr val="FFFFFF"/>
                </a:solidFill>
                <a:latin typeface="Arial"/>
                <a:ea typeface="Arial"/>
                <a:cs typeface="Arial"/>
              </a:defRPr>
            </a:pPr>
            <a:r>
              <a:rPr sz="1425" b="0">
                <a:solidFill>
                  <a:srgbClr val="FFFFFF"/>
                </a:solidFill>
                <a:latin typeface="Arial"/>
                <a:ea typeface="Arial"/>
                <a:cs typeface="Arial"/>
              </a:rPr>
              <a:t>Move toward the player</a:t>
            </a:r>
          </a:p>
          <a:p>
            <a:pPr algn="l">
              <a:defRPr sz="1425" b="0">
                <a:solidFill>
                  <a:srgbClr val="FFFFFF"/>
                </a:solidFill>
                <a:latin typeface="Arial"/>
                <a:ea typeface="Arial"/>
                <a:cs typeface="Arial"/>
              </a:defRPr>
            </a:pPr>
            <a:r>
              <a:rPr sz="1425" b="0">
                <a:solidFill>
                  <a:srgbClr val="FFFFFF"/>
                </a:solidFill>
                <a:latin typeface="Arial"/>
                <a:ea typeface="Arial"/>
                <a:cs typeface="Arial"/>
              </a:rPr>
              <a:t>Switch when health reaches zero</a:t>
            </a:r>
          </a:p>
        </p:txBody>
      </p:sp>
      <p:sp>
        <p:nvSpPr>
          <p:cNvPr id="12" name="Rectangle 11">
            <a:extLst>
              <a:ext uri="{FF2B5EF4-FFF2-40B4-BE49-F238E27FC236}">
                <a16:creationId xmlns:a16="http://schemas.microsoft.com/office/drawing/2014/main" id="{EF3A09E2-BB22-484E-B65A-B5C27A795A6C}"/>
              </a:ext>
            </a:extLst>
          </p:cNvPr>
          <p:cNvSpPr>
            <a:spLocks noGrp="1"/>
          </p:cNvSpPr>
          <p:nvPr/>
        </p:nvSpPr>
        <p:spPr>
          <a:xfrm>
            <a:off x="4591050" y="4572000"/>
            <a:ext cx="3000375" cy="1619250"/>
          </a:xfrm>
          <a:prstGeom prst="rect">
            <a:avLst/>
          </a:prstGeom>
          <a:solidFill>
            <a:srgbClr val="1C2430"/>
          </a:solidFill>
          <a:ln w="19050">
            <a:solidFill>
              <a:srgbClr val="F7C78B"/>
            </a:solidFill>
          </a:ln>
        </p:spPr>
        <p:txBody>
          <a:bodyPr/>
          <a:lstStyle/>
          <a:p>
            <a:endParaRPr lang="en-US"/>
          </a:p>
        </p:txBody>
      </p:sp>
      <p:sp>
        <p:nvSpPr>
          <p:cNvPr id="13" name="Rectangle 12">
            <a:extLst>
              <a:ext uri="{FF2B5EF4-FFF2-40B4-BE49-F238E27FC236}">
                <a16:creationId xmlns:a16="http://schemas.microsoft.com/office/drawing/2014/main" id="{30D24744-C6E0-487F-B2B5-D1DC229B40CF}"/>
              </a:ext>
            </a:extLst>
          </p:cNvPr>
          <p:cNvSpPr>
            <a:spLocks noGrp="1"/>
          </p:cNvSpPr>
          <p:nvPr/>
        </p:nvSpPr>
        <p:spPr>
          <a:xfrm>
            <a:off x="4591050" y="4572000"/>
            <a:ext cx="3000375" cy="381000"/>
          </a:xfrm>
          <a:prstGeom prst="rect">
            <a:avLst/>
          </a:prstGeom>
          <a:solidFill>
            <a:srgbClr val="F7C78B"/>
          </a:solidFill>
          <a:ln w="0">
            <a:noFill/>
          </a:ln>
        </p:spPr>
        <p:txBody>
          <a:bodyPr anchor="ctr">
            <a:normAutofit/>
          </a:bodyP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AttackState</a:t>
            </a:r>
          </a:p>
        </p:txBody>
      </p:sp>
      <p:sp>
        <p:nvSpPr>
          <p:cNvPr id="14" name="Rectangle 13">
            <a:extLst>
              <a:ext uri="{FF2B5EF4-FFF2-40B4-BE49-F238E27FC236}">
                <a16:creationId xmlns:a16="http://schemas.microsoft.com/office/drawing/2014/main" id="{88D33543-499A-4036-BC72-201AD167D5A7}"/>
              </a:ext>
            </a:extLst>
          </p:cNvPr>
          <p:cNvSpPr>
            <a:spLocks noGrp="1"/>
          </p:cNvSpPr>
          <p:nvPr/>
        </p:nvSpPr>
        <p:spPr>
          <a:xfrm>
            <a:off x="4733925" y="5067300"/>
            <a:ext cx="2714625" cy="1047750"/>
          </a:xfrm>
          <a:prstGeom prst="rect">
            <a:avLst/>
          </a:prstGeom>
          <a:noFill/>
          <a:ln w="0">
            <a:noFill/>
          </a:ln>
        </p:spPr>
        <p:txBody>
          <a:bodyPr anchor="ctr">
            <a:normAutofit/>
          </a:bodyPr>
          <a:lstStyle/>
          <a:p>
            <a:pPr algn="l">
              <a:defRPr sz="1425" b="0">
                <a:solidFill>
                  <a:srgbClr val="FFFFFF"/>
                </a:solidFill>
                <a:latin typeface="Arial"/>
                <a:ea typeface="Arial"/>
                <a:cs typeface="Arial"/>
              </a:defRPr>
            </a:pPr>
            <a:r>
              <a:rPr sz="1425" b="0">
                <a:solidFill>
                  <a:srgbClr val="FFFFFF"/>
                </a:solidFill>
                <a:latin typeface="Arial"/>
                <a:ea typeface="Arial"/>
                <a:cs typeface="Arial"/>
              </a:rPr>
              <a:t>Apply contact damage</a:t>
            </a:r>
          </a:p>
          <a:p>
            <a:pPr algn="l">
              <a:defRPr sz="1425" b="0">
                <a:solidFill>
                  <a:srgbClr val="FFFFFF"/>
                </a:solidFill>
                <a:latin typeface="Arial"/>
                <a:ea typeface="Arial"/>
                <a:cs typeface="Arial"/>
              </a:defRPr>
            </a:pPr>
            <a:r>
              <a:rPr sz="1425" b="0">
                <a:solidFill>
                  <a:srgbClr val="FFFFFF"/>
                </a:solidFill>
                <a:latin typeface="Arial"/>
                <a:ea typeface="Arial"/>
                <a:cs typeface="Arial"/>
              </a:rPr>
              <a:t>Return to chase if out of range</a:t>
            </a:r>
          </a:p>
        </p:txBody>
      </p:sp>
      <p:sp>
        <p:nvSpPr>
          <p:cNvPr id="15" name="Rectangle 14">
            <a:extLst>
              <a:ext uri="{FF2B5EF4-FFF2-40B4-BE49-F238E27FC236}">
                <a16:creationId xmlns:a16="http://schemas.microsoft.com/office/drawing/2014/main" id="{09A771C1-04D2-47D0-ADB0-F8C4346966B2}"/>
              </a:ext>
            </a:extLst>
          </p:cNvPr>
          <p:cNvSpPr>
            <a:spLocks noGrp="1"/>
          </p:cNvSpPr>
          <p:nvPr/>
        </p:nvSpPr>
        <p:spPr>
          <a:xfrm>
            <a:off x="8191500" y="4572000"/>
            <a:ext cx="3000375" cy="1619250"/>
          </a:xfrm>
          <a:prstGeom prst="rect">
            <a:avLst/>
          </a:prstGeom>
          <a:solidFill>
            <a:srgbClr val="1C2430"/>
          </a:solidFill>
          <a:ln w="19050">
            <a:solidFill>
              <a:srgbClr val="E99ABA"/>
            </a:solidFill>
          </a:ln>
        </p:spPr>
        <p:txBody>
          <a:bodyPr/>
          <a:lstStyle/>
          <a:p>
            <a:endParaRPr lang="en-US"/>
          </a:p>
        </p:txBody>
      </p:sp>
      <p:sp>
        <p:nvSpPr>
          <p:cNvPr id="16" name="Rectangle 15">
            <a:extLst>
              <a:ext uri="{FF2B5EF4-FFF2-40B4-BE49-F238E27FC236}">
                <a16:creationId xmlns:a16="http://schemas.microsoft.com/office/drawing/2014/main" id="{9A04CFFB-9688-49E4-8DD2-BB4232D1442F}"/>
              </a:ext>
            </a:extLst>
          </p:cNvPr>
          <p:cNvSpPr>
            <a:spLocks noGrp="1"/>
          </p:cNvSpPr>
          <p:nvPr/>
        </p:nvSpPr>
        <p:spPr>
          <a:xfrm>
            <a:off x="8191500" y="4572000"/>
            <a:ext cx="3000375" cy="381000"/>
          </a:xfrm>
          <a:prstGeom prst="rect">
            <a:avLst/>
          </a:prstGeom>
          <a:solidFill>
            <a:srgbClr val="E99ABA"/>
          </a:solidFill>
          <a:ln w="0">
            <a:noFill/>
          </a:ln>
        </p:spPr>
        <p:txBody>
          <a:bodyPr anchor="ctr">
            <a:normAutofit/>
          </a:bodyP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DeadState</a:t>
            </a:r>
          </a:p>
        </p:txBody>
      </p:sp>
      <p:sp>
        <p:nvSpPr>
          <p:cNvPr id="17" name="Rectangle 16">
            <a:extLst>
              <a:ext uri="{FF2B5EF4-FFF2-40B4-BE49-F238E27FC236}">
                <a16:creationId xmlns:a16="http://schemas.microsoft.com/office/drawing/2014/main" id="{E474A488-7E4F-4D98-BF7E-969965662D2E}"/>
              </a:ext>
            </a:extLst>
          </p:cNvPr>
          <p:cNvSpPr>
            <a:spLocks noGrp="1"/>
          </p:cNvSpPr>
          <p:nvPr/>
        </p:nvSpPr>
        <p:spPr>
          <a:xfrm>
            <a:off x="8334375" y="5067300"/>
            <a:ext cx="2714625" cy="1047750"/>
          </a:xfrm>
          <a:prstGeom prst="rect">
            <a:avLst/>
          </a:prstGeom>
          <a:noFill/>
          <a:ln w="0">
            <a:noFill/>
          </a:ln>
        </p:spPr>
        <p:txBody>
          <a:bodyPr anchor="ctr">
            <a:normAutofit/>
          </a:bodyPr>
          <a:lstStyle/>
          <a:p>
            <a:pPr algn="l">
              <a:defRPr sz="1425" b="0">
                <a:solidFill>
                  <a:srgbClr val="FFFFFF"/>
                </a:solidFill>
                <a:latin typeface="Arial"/>
                <a:ea typeface="Arial"/>
                <a:cs typeface="Arial"/>
              </a:defRPr>
            </a:pPr>
            <a:r>
              <a:rPr sz="1425" b="0">
                <a:solidFill>
                  <a:srgbClr val="FFFFFF"/>
                </a:solidFill>
                <a:latin typeface="Arial"/>
                <a:ea typeface="Arial"/>
                <a:cs typeface="Arial"/>
              </a:rPr>
              <a:t>Stop movement</a:t>
            </a:r>
          </a:p>
          <a:p>
            <a:pPr algn="l">
              <a:defRPr sz="1425" b="0">
                <a:solidFill>
                  <a:srgbClr val="FFFFFF"/>
                </a:solidFill>
                <a:latin typeface="Arial"/>
                <a:ea typeface="Arial"/>
                <a:cs typeface="Arial"/>
              </a:defRPr>
            </a:pPr>
            <a:r>
              <a:rPr sz="1425" b="0">
                <a:solidFill>
                  <a:srgbClr val="FFFFFF"/>
                </a:solidFill>
                <a:latin typeface="Arial"/>
                <a:ea typeface="Arial"/>
                <a:cs typeface="Arial"/>
              </a:rPr>
              <a:t>Report defeat exactly once</a:t>
            </a:r>
          </a:p>
        </p:txBody>
      </p:sp>
      <p:sp>
        <p:nvSpPr>
          <p:cNvPr id="18" name="Straight Connector 17">
            <a:extLst>
              <a:ext uri="{FF2B5EF4-FFF2-40B4-BE49-F238E27FC236}">
                <a16:creationId xmlns:a16="http://schemas.microsoft.com/office/drawing/2014/main" id="{396695F3-2049-4BDC-B4BC-980B1027F28F}"/>
              </a:ext>
            </a:extLst>
          </p:cNvPr>
          <p:cNvSpPr>
            <a:spLocks noGrp="1"/>
          </p:cNvSpPr>
          <p:nvPr/>
        </p:nvSpPr>
        <p:spPr>
          <a:xfrm>
            <a:off x="4524375" y="2809875"/>
            <a:ext cx="1266825" cy="0"/>
          </a:xfrm>
          <a:prstGeom prst="line">
            <a:avLst/>
          </a:prstGeom>
          <a:noFill/>
          <a:ln w="19050">
            <a:solidFill>
              <a:srgbClr val="8695A7"/>
            </a:solidFill>
          </a:ln>
        </p:spPr>
        <p:txBody>
          <a:bodyPr/>
          <a:lstStyle/>
          <a:p>
            <a:endParaRPr lang="en-US"/>
          </a:p>
        </p:txBody>
      </p:sp>
      <p:sp>
        <p:nvSpPr>
          <p:cNvPr id="19" name="Straight Connector 18">
            <a:extLst>
              <a:ext uri="{FF2B5EF4-FFF2-40B4-BE49-F238E27FC236}">
                <a16:creationId xmlns:a16="http://schemas.microsoft.com/office/drawing/2014/main" id="{AC029F30-3D32-44F8-9100-D2256E270060}"/>
              </a:ext>
            </a:extLst>
          </p:cNvPr>
          <p:cNvSpPr>
            <a:spLocks noGrp="1"/>
          </p:cNvSpPr>
          <p:nvPr/>
        </p:nvSpPr>
        <p:spPr>
          <a:xfrm>
            <a:off x="7810500" y="3762375"/>
            <a:ext cx="0" cy="476250"/>
          </a:xfrm>
          <a:prstGeom prst="line">
            <a:avLst/>
          </a:prstGeom>
          <a:noFill/>
          <a:ln w="19050">
            <a:solidFill>
              <a:srgbClr val="8695A7"/>
            </a:solidFill>
          </a:ln>
        </p:spPr>
        <p:txBody>
          <a:bodyPr/>
          <a:lstStyle/>
          <a:p>
            <a:endParaRPr lang="en-US"/>
          </a:p>
        </p:txBody>
      </p:sp>
      <p:sp>
        <p:nvSpPr>
          <p:cNvPr id="20" name="Straight Connector 19">
            <a:extLst>
              <a:ext uri="{FF2B5EF4-FFF2-40B4-BE49-F238E27FC236}">
                <a16:creationId xmlns:a16="http://schemas.microsoft.com/office/drawing/2014/main" id="{D9599851-5165-49E7-A138-8385934F8425}"/>
              </a:ext>
            </a:extLst>
          </p:cNvPr>
          <p:cNvSpPr>
            <a:spLocks noGrp="1"/>
          </p:cNvSpPr>
          <p:nvPr/>
        </p:nvSpPr>
        <p:spPr>
          <a:xfrm>
            <a:off x="2381250" y="4238625"/>
            <a:ext cx="7305675" cy="0"/>
          </a:xfrm>
          <a:prstGeom prst="line">
            <a:avLst/>
          </a:prstGeom>
          <a:noFill/>
          <a:ln w="19050">
            <a:solidFill>
              <a:srgbClr val="8695A7"/>
            </a:solidFill>
          </a:ln>
        </p:spPr>
        <p:txBody>
          <a:bodyPr/>
          <a:lstStyle/>
          <a:p>
            <a:endParaRPr lang="en-US"/>
          </a:p>
        </p:txBody>
      </p:sp>
      <p:sp>
        <p:nvSpPr>
          <p:cNvPr id="21" name="Straight Connector 20">
            <a:extLst>
              <a:ext uri="{FF2B5EF4-FFF2-40B4-BE49-F238E27FC236}">
                <a16:creationId xmlns:a16="http://schemas.microsoft.com/office/drawing/2014/main" id="{0D8C3E98-75F4-4834-A2A0-830281209DAD}"/>
              </a:ext>
            </a:extLst>
          </p:cNvPr>
          <p:cNvSpPr>
            <a:spLocks noGrp="1"/>
          </p:cNvSpPr>
          <p:nvPr/>
        </p:nvSpPr>
        <p:spPr>
          <a:xfrm>
            <a:off x="2381250" y="4238625"/>
            <a:ext cx="0" cy="333375"/>
          </a:xfrm>
          <a:prstGeom prst="line">
            <a:avLst/>
          </a:prstGeom>
          <a:noFill/>
          <a:ln w="19050">
            <a:solidFill>
              <a:srgbClr val="8695A7"/>
            </a:solidFill>
          </a:ln>
        </p:spPr>
        <p:txBody>
          <a:bodyPr/>
          <a:lstStyle/>
          <a:p>
            <a:endParaRPr lang="en-US"/>
          </a:p>
        </p:txBody>
      </p:sp>
      <p:sp>
        <p:nvSpPr>
          <p:cNvPr id="22" name="Straight Connector 21">
            <a:extLst>
              <a:ext uri="{FF2B5EF4-FFF2-40B4-BE49-F238E27FC236}">
                <a16:creationId xmlns:a16="http://schemas.microsoft.com/office/drawing/2014/main" id="{9A57CBD7-1898-47BA-A4FD-C16D57E02D4E}"/>
              </a:ext>
            </a:extLst>
          </p:cNvPr>
          <p:cNvSpPr>
            <a:spLocks noGrp="1"/>
          </p:cNvSpPr>
          <p:nvPr/>
        </p:nvSpPr>
        <p:spPr>
          <a:xfrm>
            <a:off x="6096000" y="4238625"/>
            <a:ext cx="0" cy="333375"/>
          </a:xfrm>
          <a:prstGeom prst="line">
            <a:avLst/>
          </a:prstGeom>
          <a:noFill/>
          <a:ln w="19050">
            <a:solidFill>
              <a:srgbClr val="8695A7"/>
            </a:solidFill>
          </a:ln>
        </p:spPr>
        <p:txBody>
          <a:bodyPr/>
          <a:lstStyle/>
          <a:p>
            <a:endParaRPr lang="en-US"/>
          </a:p>
        </p:txBody>
      </p:sp>
      <p:sp>
        <p:nvSpPr>
          <p:cNvPr id="23" name="Straight Connector 22">
            <a:extLst>
              <a:ext uri="{FF2B5EF4-FFF2-40B4-BE49-F238E27FC236}">
                <a16:creationId xmlns:a16="http://schemas.microsoft.com/office/drawing/2014/main" id="{78B2C91C-A729-4BFF-8E25-4282512B96D2}"/>
              </a:ext>
            </a:extLst>
          </p:cNvPr>
          <p:cNvSpPr>
            <a:spLocks noGrp="1"/>
          </p:cNvSpPr>
          <p:nvPr/>
        </p:nvSpPr>
        <p:spPr>
          <a:xfrm>
            <a:off x="9686925" y="4238625"/>
            <a:ext cx="0" cy="333375"/>
          </a:xfrm>
          <a:prstGeom prst="line">
            <a:avLst/>
          </a:prstGeom>
          <a:noFill/>
          <a:ln w="19050">
            <a:solidFill>
              <a:srgbClr val="8695A7"/>
            </a:solidFill>
          </a:ln>
        </p:spPr>
        <p:txBody>
          <a:bodyPr/>
          <a:lstStyle/>
          <a:p>
            <a:endParaRPr lang="en-US"/>
          </a:p>
        </p:txBody>
      </p:sp>
      <p:sp>
        <p:nvSpPr>
          <p:cNvPr id="25" name="TextBox 24">
            <a:extLst>
              <a:ext uri="{FF2B5EF4-FFF2-40B4-BE49-F238E27FC236}">
                <a16:creationId xmlns:a16="http://schemas.microsoft.com/office/drawing/2014/main" id="{2F9A93B2-3EF6-1E2A-5A1E-B0D6D95FC0AA}"/>
              </a:ext>
            </a:extLst>
          </p:cNvPr>
          <p:cNvSpPr txBox="1"/>
          <p:nvPr/>
        </p:nvSpPr>
        <p:spPr>
          <a:xfrm>
            <a:off x="9686925" y="6488668"/>
            <a:ext cx="6105524" cy="369332"/>
          </a:xfrm>
          <a:prstGeom prst="rect">
            <a:avLst/>
          </a:prstGeom>
          <a:noFill/>
        </p:spPr>
        <p:txBody>
          <a:bodyPr wrap="square">
            <a:spAutoFit/>
          </a:bodyPr>
          <a:lstStyle/>
          <a:p>
            <a:r>
              <a:rPr lang="en-US" sz="1800" i="1" dirty="0"/>
              <a:t>Presenter: </a:t>
            </a:r>
            <a:r>
              <a:rPr lang="en-US" sz="1800" i="1" dirty="0" err="1"/>
              <a:t>Shenghao</a:t>
            </a:r>
            <a:endParaRPr lang="en-US" sz="1800" i="1" dirty="0"/>
          </a:p>
        </p:txBody>
      </p:sp>
    </p:spTree>
    <p:extLst>
      <p:ext uri="{BB962C8B-B14F-4D97-AF65-F5344CB8AC3E}">
        <p14:creationId xmlns:p14="http://schemas.microsoft.com/office/powerpoint/2010/main" val="6439460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6DA4ED-88B1-F80F-429D-1BD6C830EF4B}"/>
              </a:ext>
            </a:extLst>
          </p:cNvPr>
          <p:cNvSpPr>
            <a:spLocks noGrp="1"/>
          </p:cNvSpPr>
          <p:nvPr>
            <p:ph type="title"/>
          </p:nvPr>
        </p:nvSpPr>
        <p:spPr/>
        <p:txBody>
          <a:bodyPr/>
          <a:lstStyle/>
          <a:p>
            <a:r>
              <a:t>TL3: Shenghao - Dynamic Binding</a:t>
            </a:r>
          </a:p>
        </p:txBody>
      </p:sp>
      <p:sp>
        <p:nvSpPr>
          <p:cNvPr id="3" name="Rectangle 2">
            <a:extLst>
              <a:ext uri="{FF2B5EF4-FFF2-40B4-BE49-F238E27FC236}">
                <a16:creationId xmlns:a16="http://schemas.microsoft.com/office/drawing/2014/main" id="{6BFA55BA-B33C-45AC-A62F-6B948B50D6F6}"/>
              </a:ext>
            </a:extLst>
          </p:cNvPr>
          <p:cNvSpPr>
            <a:spLocks noGrp="1"/>
          </p:cNvSpPr>
          <p:nvPr/>
        </p:nvSpPr>
        <p:spPr>
          <a:xfrm>
            <a:off x="1285875" y="1885950"/>
            <a:ext cx="9620250" cy="457200"/>
          </a:xfrm>
          <a:prstGeom prst="rect">
            <a:avLst/>
          </a:prstGeom>
          <a:noFill/>
          <a:ln w="0">
            <a:noFill/>
          </a:ln>
        </p:spPr>
        <p:txBody>
          <a:bodyPr anchor="ctr">
            <a:normAutofit/>
          </a:bodyPr>
          <a:lstStyle/>
          <a:p>
            <a:pPr algn="ctr">
              <a:defRPr sz="2025" b="0">
                <a:solidFill>
                  <a:srgbClr val="FFFFFF"/>
                </a:solidFill>
                <a:latin typeface="Arial"/>
                <a:ea typeface="Arial"/>
                <a:cs typeface="Arial"/>
              </a:defRPr>
            </a:pPr>
            <a:r>
              <a:rPr sz="2025" b="0">
                <a:solidFill>
                  <a:srgbClr val="FFFFFF"/>
                </a:solidFill>
                <a:latin typeface="Arial"/>
                <a:ea typeface="Arial"/>
                <a:cs typeface="Arial"/>
              </a:rPr>
              <a:t>One EnemyState reference invokes different behavior at runtime</a:t>
            </a:r>
          </a:p>
        </p:txBody>
      </p:sp>
      <p:sp>
        <p:nvSpPr>
          <p:cNvPr id="4" name="Rectangle 3">
            <a:extLst>
              <a:ext uri="{FF2B5EF4-FFF2-40B4-BE49-F238E27FC236}">
                <a16:creationId xmlns:a16="http://schemas.microsoft.com/office/drawing/2014/main" id="{F31FFA47-E468-4DF8-B3D9-AF5138BE157B}"/>
              </a:ext>
            </a:extLst>
          </p:cNvPr>
          <p:cNvSpPr>
            <a:spLocks noGrp="1"/>
          </p:cNvSpPr>
          <p:nvPr/>
        </p:nvSpPr>
        <p:spPr>
          <a:xfrm>
            <a:off x="952500" y="2905125"/>
            <a:ext cx="3095625" cy="1771650"/>
          </a:xfrm>
          <a:prstGeom prst="rect">
            <a:avLst/>
          </a:prstGeom>
          <a:solidFill>
            <a:srgbClr val="1C2430"/>
          </a:solidFill>
          <a:ln w="19050">
            <a:solidFill>
              <a:srgbClr val="E99ABA"/>
            </a:solidFill>
          </a:ln>
        </p:spPr>
        <p:txBody>
          <a:bodyPr/>
          <a:lstStyle/>
          <a:p>
            <a:endParaRPr lang="en-US"/>
          </a:p>
        </p:txBody>
      </p:sp>
      <p:sp>
        <p:nvSpPr>
          <p:cNvPr id="5" name="Rectangle 4">
            <a:extLst>
              <a:ext uri="{FF2B5EF4-FFF2-40B4-BE49-F238E27FC236}">
                <a16:creationId xmlns:a16="http://schemas.microsoft.com/office/drawing/2014/main" id="{D61C6A03-3147-47D8-B937-62373552E77F}"/>
              </a:ext>
            </a:extLst>
          </p:cNvPr>
          <p:cNvSpPr>
            <a:spLocks noGrp="1"/>
          </p:cNvSpPr>
          <p:nvPr/>
        </p:nvSpPr>
        <p:spPr>
          <a:xfrm>
            <a:off x="952500" y="2905125"/>
            <a:ext cx="3095625" cy="381000"/>
          </a:xfrm>
          <a:prstGeom prst="rect">
            <a:avLst/>
          </a:prstGeom>
          <a:solidFill>
            <a:srgbClr val="E99ABA"/>
          </a:solidFill>
          <a:ln w="0">
            <a:noFill/>
          </a:ln>
        </p:spPr>
        <p:txBody>
          <a:bodyPr anchor="ctr">
            <a:normAutofit/>
          </a:bodyP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EnemyState</a:t>
            </a:r>
          </a:p>
        </p:txBody>
      </p:sp>
      <p:sp>
        <p:nvSpPr>
          <p:cNvPr id="6" name="Rectangle 5">
            <a:extLst>
              <a:ext uri="{FF2B5EF4-FFF2-40B4-BE49-F238E27FC236}">
                <a16:creationId xmlns:a16="http://schemas.microsoft.com/office/drawing/2014/main" id="{2EF5EA20-9A79-498F-ABB8-7DFF9A662F5C}"/>
              </a:ext>
            </a:extLst>
          </p:cNvPr>
          <p:cNvSpPr>
            <a:spLocks noGrp="1"/>
          </p:cNvSpPr>
          <p:nvPr/>
        </p:nvSpPr>
        <p:spPr>
          <a:xfrm>
            <a:off x="1095375" y="3400425"/>
            <a:ext cx="2809875" cy="1200150"/>
          </a:xfrm>
          <a:prstGeom prst="rect">
            <a:avLst/>
          </a:prstGeom>
          <a:noFill/>
          <a:ln w="0">
            <a:noFill/>
          </a:ln>
        </p:spPr>
        <p:txBody>
          <a:bodyPr anchor="ctr">
            <a:normAutofit/>
          </a:bodyPr>
          <a:lstStyle/>
          <a:p>
            <a:pPr algn="l">
              <a:defRPr sz="1500" b="0">
                <a:solidFill>
                  <a:srgbClr val="FFFFFF"/>
                </a:solidFill>
                <a:latin typeface="Arial"/>
                <a:ea typeface="Arial"/>
                <a:cs typeface="Arial"/>
              </a:defRPr>
            </a:pPr>
            <a:r>
              <a:rPr sz="1500" b="0">
                <a:solidFill>
                  <a:srgbClr val="FFFFFF"/>
                </a:solidFill>
                <a:latin typeface="Arial"/>
                <a:ea typeface="Arial"/>
                <a:cs typeface="Arial"/>
              </a:rPr>
              <a:t>+ virtual Tick(enemy, dt): void</a:t>
            </a:r>
          </a:p>
        </p:txBody>
      </p:sp>
      <p:sp>
        <p:nvSpPr>
          <p:cNvPr id="7" name="Rectangle 6">
            <a:extLst>
              <a:ext uri="{FF2B5EF4-FFF2-40B4-BE49-F238E27FC236}">
                <a16:creationId xmlns:a16="http://schemas.microsoft.com/office/drawing/2014/main" id="{B5A38949-BC71-4AD1-9AD8-4A089C4F3625}"/>
              </a:ext>
            </a:extLst>
          </p:cNvPr>
          <p:cNvSpPr>
            <a:spLocks noGrp="1"/>
          </p:cNvSpPr>
          <p:nvPr/>
        </p:nvSpPr>
        <p:spPr>
          <a:xfrm>
            <a:off x="4686300" y="2905125"/>
            <a:ext cx="3095625" cy="1771650"/>
          </a:xfrm>
          <a:prstGeom prst="rect">
            <a:avLst/>
          </a:prstGeom>
          <a:solidFill>
            <a:srgbClr val="1C2430"/>
          </a:solidFill>
          <a:ln w="19050">
            <a:solidFill>
              <a:srgbClr val="81B9D9"/>
            </a:solidFill>
          </a:ln>
        </p:spPr>
        <p:txBody>
          <a:bodyPr/>
          <a:lstStyle/>
          <a:p>
            <a:endParaRPr lang="en-US"/>
          </a:p>
        </p:txBody>
      </p:sp>
      <p:sp>
        <p:nvSpPr>
          <p:cNvPr id="8" name="Rectangle 7">
            <a:extLst>
              <a:ext uri="{FF2B5EF4-FFF2-40B4-BE49-F238E27FC236}">
                <a16:creationId xmlns:a16="http://schemas.microsoft.com/office/drawing/2014/main" id="{C8331D98-15FD-405D-8202-56CDFFBA5521}"/>
              </a:ext>
            </a:extLst>
          </p:cNvPr>
          <p:cNvSpPr>
            <a:spLocks noGrp="1"/>
          </p:cNvSpPr>
          <p:nvPr/>
        </p:nvSpPr>
        <p:spPr>
          <a:xfrm>
            <a:off x="4686300" y="2905125"/>
            <a:ext cx="3095625" cy="381000"/>
          </a:xfrm>
          <a:prstGeom prst="rect">
            <a:avLst/>
          </a:prstGeom>
          <a:solidFill>
            <a:srgbClr val="81B9D9"/>
          </a:solidFill>
          <a:ln w="0">
            <a:noFill/>
          </a:ln>
        </p:spPr>
        <p:txBody>
          <a:bodyPr anchor="ctr">
            <a:normAutofit/>
          </a:bodyP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ChaseState</a:t>
            </a:r>
          </a:p>
        </p:txBody>
      </p:sp>
      <p:sp>
        <p:nvSpPr>
          <p:cNvPr id="9" name="Rectangle 8">
            <a:extLst>
              <a:ext uri="{FF2B5EF4-FFF2-40B4-BE49-F238E27FC236}">
                <a16:creationId xmlns:a16="http://schemas.microsoft.com/office/drawing/2014/main" id="{CA3C9F36-7772-46D5-82ED-A9709953B9FE}"/>
              </a:ext>
            </a:extLst>
          </p:cNvPr>
          <p:cNvSpPr>
            <a:spLocks noGrp="1"/>
          </p:cNvSpPr>
          <p:nvPr/>
        </p:nvSpPr>
        <p:spPr>
          <a:xfrm>
            <a:off x="4829175" y="3400425"/>
            <a:ext cx="2809875" cy="1200150"/>
          </a:xfrm>
          <a:prstGeom prst="rect">
            <a:avLst/>
          </a:prstGeom>
          <a:noFill/>
          <a:ln w="0">
            <a:noFill/>
          </a:ln>
        </p:spPr>
        <p:txBody>
          <a:bodyPr anchor="ctr">
            <a:normAutofit/>
          </a:bodyPr>
          <a:lstStyle/>
          <a:p>
            <a:pPr algn="l">
              <a:defRPr sz="1500" b="0">
                <a:solidFill>
                  <a:srgbClr val="FFFFFF"/>
                </a:solidFill>
                <a:latin typeface="Arial"/>
                <a:ea typeface="Arial"/>
                <a:cs typeface="Arial"/>
              </a:defRPr>
            </a:pPr>
            <a:r>
              <a:rPr sz="1500" b="0">
                <a:solidFill>
                  <a:srgbClr val="FFFFFF"/>
                </a:solidFill>
                <a:latin typeface="Arial"/>
                <a:ea typeface="Arial"/>
                <a:cs typeface="Arial"/>
              </a:rPr>
              <a:t>+ override Tick(enemy, dt)</a:t>
            </a:r>
          </a:p>
          <a:p>
            <a:pPr algn="l">
              <a:defRPr sz="1500" b="0">
                <a:solidFill>
                  <a:srgbClr val="FFFFFF"/>
                </a:solidFill>
                <a:latin typeface="Arial"/>
                <a:ea typeface="Arial"/>
                <a:cs typeface="Arial"/>
              </a:defRPr>
            </a:pPr>
            <a:r>
              <a:rPr sz="1500" b="0">
                <a:solidFill>
                  <a:srgbClr val="FFFFFF"/>
                </a:solidFill>
                <a:latin typeface="Arial"/>
                <a:ea typeface="Arial"/>
                <a:cs typeface="Arial"/>
              </a:rPr>
              <a:t>  Move toward player</a:t>
            </a:r>
          </a:p>
        </p:txBody>
      </p:sp>
      <p:sp>
        <p:nvSpPr>
          <p:cNvPr id="10" name="Rectangle 9">
            <a:extLst>
              <a:ext uri="{FF2B5EF4-FFF2-40B4-BE49-F238E27FC236}">
                <a16:creationId xmlns:a16="http://schemas.microsoft.com/office/drawing/2014/main" id="{1531B3B3-399D-4080-8F40-EE217A944DE8}"/>
              </a:ext>
            </a:extLst>
          </p:cNvPr>
          <p:cNvSpPr>
            <a:spLocks noGrp="1"/>
          </p:cNvSpPr>
          <p:nvPr/>
        </p:nvSpPr>
        <p:spPr>
          <a:xfrm>
            <a:off x="8429625" y="2905125"/>
            <a:ext cx="3095625" cy="1771650"/>
          </a:xfrm>
          <a:prstGeom prst="rect">
            <a:avLst/>
          </a:prstGeom>
          <a:solidFill>
            <a:srgbClr val="1C2430"/>
          </a:solidFill>
          <a:ln w="19050">
            <a:solidFill>
              <a:srgbClr val="F7C78B"/>
            </a:solidFill>
          </a:ln>
        </p:spPr>
        <p:txBody>
          <a:bodyPr/>
          <a:lstStyle/>
          <a:p>
            <a:endParaRPr lang="en-US"/>
          </a:p>
        </p:txBody>
      </p:sp>
      <p:sp>
        <p:nvSpPr>
          <p:cNvPr id="11" name="Rectangle 10">
            <a:extLst>
              <a:ext uri="{FF2B5EF4-FFF2-40B4-BE49-F238E27FC236}">
                <a16:creationId xmlns:a16="http://schemas.microsoft.com/office/drawing/2014/main" id="{FFF573E3-F6BC-4EC1-B8F9-7527BB333D53}"/>
              </a:ext>
            </a:extLst>
          </p:cNvPr>
          <p:cNvSpPr>
            <a:spLocks noGrp="1"/>
          </p:cNvSpPr>
          <p:nvPr/>
        </p:nvSpPr>
        <p:spPr>
          <a:xfrm>
            <a:off x="8429625" y="2905125"/>
            <a:ext cx="3095625" cy="381000"/>
          </a:xfrm>
          <a:prstGeom prst="rect">
            <a:avLst/>
          </a:prstGeom>
          <a:solidFill>
            <a:srgbClr val="F7C78B"/>
          </a:solidFill>
          <a:ln w="0">
            <a:noFill/>
          </a:ln>
        </p:spPr>
        <p:txBody>
          <a:bodyPr anchor="ctr">
            <a:normAutofit/>
          </a:bodyP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AttackState</a:t>
            </a:r>
          </a:p>
        </p:txBody>
      </p:sp>
      <p:sp>
        <p:nvSpPr>
          <p:cNvPr id="12" name="Rectangle 11">
            <a:extLst>
              <a:ext uri="{FF2B5EF4-FFF2-40B4-BE49-F238E27FC236}">
                <a16:creationId xmlns:a16="http://schemas.microsoft.com/office/drawing/2014/main" id="{5ED33CDE-A32B-455D-A6D2-DFD93DFBB265}"/>
              </a:ext>
            </a:extLst>
          </p:cNvPr>
          <p:cNvSpPr>
            <a:spLocks noGrp="1"/>
          </p:cNvSpPr>
          <p:nvPr/>
        </p:nvSpPr>
        <p:spPr>
          <a:xfrm>
            <a:off x="8572500" y="3400425"/>
            <a:ext cx="2809875" cy="1200150"/>
          </a:xfrm>
          <a:prstGeom prst="rect">
            <a:avLst/>
          </a:prstGeom>
          <a:noFill/>
          <a:ln w="0">
            <a:noFill/>
          </a:ln>
        </p:spPr>
        <p:txBody>
          <a:bodyPr anchor="ctr">
            <a:normAutofit/>
          </a:bodyPr>
          <a:lstStyle/>
          <a:p>
            <a:pPr algn="l">
              <a:defRPr sz="1500" b="0">
                <a:solidFill>
                  <a:srgbClr val="FFFFFF"/>
                </a:solidFill>
                <a:latin typeface="Arial"/>
                <a:ea typeface="Arial"/>
                <a:cs typeface="Arial"/>
              </a:defRPr>
            </a:pPr>
            <a:r>
              <a:rPr sz="1500" b="0">
                <a:solidFill>
                  <a:srgbClr val="FFFFFF"/>
                </a:solidFill>
                <a:latin typeface="Arial"/>
                <a:ea typeface="Arial"/>
                <a:cs typeface="Arial"/>
              </a:rPr>
              <a:t>+ override Tick(enemy, dt)</a:t>
            </a:r>
          </a:p>
          <a:p>
            <a:pPr algn="l">
              <a:defRPr sz="1500" b="0">
                <a:solidFill>
                  <a:srgbClr val="FFFFFF"/>
                </a:solidFill>
                <a:latin typeface="Arial"/>
                <a:ea typeface="Arial"/>
                <a:cs typeface="Arial"/>
              </a:defRPr>
            </a:pPr>
            <a:r>
              <a:rPr sz="1500" b="0">
                <a:solidFill>
                  <a:srgbClr val="FFFFFF"/>
                </a:solidFill>
                <a:latin typeface="Arial"/>
                <a:ea typeface="Arial"/>
                <a:cs typeface="Arial"/>
              </a:rPr>
              <a:t>  Apply contact damage</a:t>
            </a:r>
          </a:p>
        </p:txBody>
      </p:sp>
      <p:sp>
        <p:nvSpPr>
          <p:cNvPr id="13" name="Straight Connector 12">
            <a:extLst>
              <a:ext uri="{FF2B5EF4-FFF2-40B4-BE49-F238E27FC236}">
                <a16:creationId xmlns:a16="http://schemas.microsoft.com/office/drawing/2014/main" id="{07DEF44F-194A-4903-9CD4-93A4D71DB939}"/>
              </a:ext>
            </a:extLst>
          </p:cNvPr>
          <p:cNvSpPr>
            <a:spLocks noGrp="1"/>
          </p:cNvSpPr>
          <p:nvPr/>
        </p:nvSpPr>
        <p:spPr>
          <a:xfrm>
            <a:off x="4048125" y="3762375"/>
            <a:ext cx="638175" cy="0"/>
          </a:xfrm>
          <a:prstGeom prst="line">
            <a:avLst/>
          </a:prstGeom>
          <a:noFill/>
          <a:ln w="19050">
            <a:solidFill>
              <a:srgbClr val="8695A7"/>
            </a:solidFill>
          </a:ln>
        </p:spPr>
        <p:txBody>
          <a:bodyPr/>
          <a:lstStyle/>
          <a:p>
            <a:endParaRPr lang="en-US"/>
          </a:p>
        </p:txBody>
      </p:sp>
      <p:sp>
        <p:nvSpPr>
          <p:cNvPr id="14" name="Straight Connector 13">
            <a:extLst>
              <a:ext uri="{FF2B5EF4-FFF2-40B4-BE49-F238E27FC236}">
                <a16:creationId xmlns:a16="http://schemas.microsoft.com/office/drawing/2014/main" id="{8B63BD9A-F954-4C08-8334-26CACF29B172}"/>
              </a:ext>
            </a:extLst>
          </p:cNvPr>
          <p:cNvSpPr>
            <a:spLocks noGrp="1"/>
          </p:cNvSpPr>
          <p:nvPr/>
        </p:nvSpPr>
        <p:spPr>
          <a:xfrm>
            <a:off x="7781925" y="3762375"/>
            <a:ext cx="647700" cy="0"/>
          </a:xfrm>
          <a:prstGeom prst="line">
            <a:avLst/>
          </a:prstGeom>
          <a:noFill/>
          <a:ln w="19050">
            <a:solidFill>
              <a:srgbClr val="8695A7"/>
            </a:solidFill>
          </a:ln>
        </p:spPr>
        <p:txBody>
          <a:bodyPr/>
          <a:lstStyle/>
          <a:p>
            <a:endParaRPr lang="en-US"/>
          </a:p>
        </p:txBody>
      </p:sp>
      <p:sp>
        <p:nvSpPr>
          <p:cNvPr id="15" name="Rectangle 14">
            <a:extLst>
              <a:ext uri="{FF2B5EF4-FFF2-40B4-BE49-F238E27FC236}">
                <a16:creationId xmlns:a16="http://schemas.microsoft.com/office/drawing/2014/main" id="{281B206B-B12F-43E4-9858-AF8BBB18DF8E}"/>
              </a:ext>
            </a:extLst>
          </p:cNvPr>
          <p:cNvSpPr>
            <a:spLocks noGrp="1"/>
          </p:cNvSpPr>
          <p:nvPr/>
        </p:nvSpPr>
        <p:spPr>
          <a:xfrm>
            <a:off x="1762125" y="5219700"/>
            <a:ext cx="8858250" cy="838200"/>
          </a:xfrm>
          <a:prstGeom prst="rect">
            <a:avLst/>
          </a:prstGeom>
          <a:solidFill>
            <a:srgbClr val="202B3B"/>
          </a:solidFill>
          <a:ln w="19050">
            <a:solidFill>
              <a:srgbClr val="8695A7"/>
            </a:solidFill>
          </a:ln>
        </p:spPr>
        <p:txBody>
          <a:bodyPr anchor="ctr">
            <a:normAutofit/>
          </a:bodyPr>
          <a:lstStyle/>
          <a:p>
            <a:pPr algn="ctr">
              <a:defRPr sz="1950" b="0">
                <a:solidFill>
                  <a:srgbClr val="FFFFFF"/>
                </a:solidFill>
                <a:latin typeface="Arial"/>
                <a:ea typeface="Arial"/>
                <a:cs typeface="Arial"/>
              </a:defRPr>
            </a:pPr>
            <a:r>
              <a:rPr sz="1950" b="0">
                <a:solidFill>
                  <a:srgbClr val="FFFFFF"/>
                </a:solidFill>
                <a:latin typeface="Arial"/>
                <a:ea typeface="Arial"/>
                <a:cs typeface="Arial"/>
              </a:rPr>
              <a:t>EnemyState state = currentState;     state.Tick(enemy, deltaTime);</a:t>
            </a:r>
          </a:p>
        </p:txBody>
      </p:sp>
      <p:sp>
        <p:nvSpPr>
          <p:cNvPr id="16" name="Rectangle 15">
            <a:extLst>
              <a:ext uri="{FF2B5EF4-FFF2-40B4-BE49-F238E27FC236}">
                <a16:creationId xmlns:a16="http://schemas.microsoft.com/office/drawing/2014/main" id="{5065C3B8-F980-4BF9-BB3F-10230E6DA351}"/>
              </a:ext>
            </a:extLst>
          </p:cNvPr>
          <p:cNvSpPr>
            <a:spLocks noGrp="1"/>
          </p:cNvSpPr>
          <p:nvPr/>
        </p:nvSpPr>
        <p:spPr>
          <a:xfrm>
            <a:off x="1695450" y="6162675"/>
            <a:ext cx="9010650" cy="333375"/>
          </a:xfrm>
          <a:prstGeom prst="rect">
            <a:avLst/>
          </a:prstGeom>
          <a:noFill/>
          <a:ln w="0">
            <a:noFill/>
          </a:ln>
        </p:spPr>
        <p:txBody>
          <a:bodyPr anchor="ctr">
            <a:normAutofit fontScale="96212" lnSpcReduction="10000"/>
          </a:bodyPr>
          <a:lstStyle/>
          <a:p>
            <a:pPr algn="ctr">
              <a:defRPr sz="1650" b="0">
                <a:solidFill>
                  <a:srgbClr val="C9D1DA"/>
                </a:solidFill>
                <a:latin typeface="Arial"/>
                <a:ea typeface="Arial"/>
                <a:cs typeface="Arial"/>
              </a:defRPr>
            </a:pPr>
            <a:r>
              <a:rPr sz="1650" b="0">
                <a:solidFill>
                  <a:srgbClr val="C9D1DA"/>
                </a:solidFill>
                <a:latin typeface="Arial"/>
                <a:ea typeface="Arial"/>
                <a:cs typeface="Arial"/>
              </a:rPr>
              <a:t>The active state decides which override runs.</a:t>
            </a:r>
          </a:p>
        </p:txBody>
      </p:sp>
      <p:sp>
        <p:nvSpPr>
          <p:cNvPr id="18" name="TextBox 17">
            <a:extLst>
              <a:ext uri="{FF2B5EF4-FFF2-40B4-BE49-F238E27FC236}">
                <a16:creationId xmlns:a16="http://schemas.microsoft.com/office/drawing/2014/main" id="{0407180F-603D-6FDC-E437-18973CF02ECD}"/>
              </a:ext>
            </a:extLst>
          </p:cNvPr>
          <p:cNvSpPr txBox="1"/>
          <p:nvPr/>
        </p:nvSpPr>
        <p:spPr>
          <a:xfrm>
            <a:off x="9686925" y="6488668"/>
            <a:ext cx="6105524" cy="369332"/>
          </a:xfrm>
          <a:prstGeom prst="rect">
            <a:avLst/>
          </a:prstGeom>
          <a:noFill/>
        </p:spPr>
        <p:txBody>
          <a:bodyPr wrap="square">
            <a:spAutoFit/>
          </a:bodyPr>
          <a:lstStyle/>
          <a:p>
            <a:r>
              <a:rPr lang="en-US" sz="1800" i="1" dirty="0"/>
              <a:t>Presenter: </a:t>
            </a:r>
            <a:r>
              <a:rPr lang="en-US" sz="1800" i="1" dirty="0" err="1"/>
              <a:t>Shenghao</a:t>
            </a:r>
            <a:endParaRPr lang="en-US" sz="1800" i="1" dirty="0"/>
          </a:p>
        </p:txBody>
      </p:sp>
    </p:spTree>
    <p:extLst>
      <p:ext uri="{BB962C8B-B14F-4D97-AF65-F5344CB8AC3E}">
        <p14:creationId xmlns:p14="http://schemas.microsoft.com/office/powerpoint/2010/main" val="39319927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AFA98-359E-24C9-6693-F724E9FFA6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FB5432-99E1-A3D6-0C31-40EC7B24B651}"/>
              </a:ext>
            </a:extLst>
          </p:cNvPr>
          <p:cNvSpPr>
            <a:spLocks noGrp="1"/>
          </p:cNvSpPr>
          <p:nvPr>
            <p:ph type="title"/>
          </p:nvPr>
        </p:nvSpPr>
        <p:spPr/>
        <p:txBody>
          <a:bodyPr/>
          <a:lstStyle/>
          <a:p>
            <a:r>
              <a:rPr lang="en-US"/>
              <a:t>TL4: Michael – Use Case Diagram </a:t>
            </a:r>
          </a:p>
        </p:txBody>
      </p:sp>
      <p:pic>
        <p:nvPicPr>
          <p:cNvPr id="7" name="Picture 6">
            <a:extLst>
              <a:ext uri="{FF2B5EF4-FFF2-40B4-BE49-F238E27FC236}">
                <a16:creationId xmlns:a16="http://schemas.microsoft.com/office/drawing/2014/main" id="{2F688A3F-3D8C-4F8F-A64F-441EDE9F84B9}"/>
              </a:ext>
            </a:extLst>
          </p:cNvPr>
          <p:cNvPicPr>
            <a:picLocks noChangeAspect="1"/>
          </p:cNvPicPr>
          <p:nvPr/>
        </p:nvPicPr>
        <p:blipFill>
          <a:blip r:embed="rId2"/>
          <a:stretch>
            <a:fillRect/>
          </a:stretch>
        </p:blipFill>
        <p:spPr>
          <a:xfrm>
            <a:off x="2082478" y="1791424"/>
            <a:ext cx="8036688" cy="4596596"/>
          </a:xfrm>
          <a:prstGeom prst="rect">
            <a:avLst/>
          </a:prstGeom>
        </p:spPr>
      </p:pic>
      <p:sp>
        <p:nvSpPr>
          <p:cNvPr id="8" name="TextBox 7">
            <a:extLst>
              <a:ext uri="{FF2B5EF4-FFF2-40B4-BE49-F238E27FC236}">
                <a16:creationId xmlns:a16="http://schemas.microsoft.com/office/drawing/2014/main" id="{F6FF40C3-5BBF-F0AB-F941-7C4DF1363856}"/>
              </a:ext>
            </a:extLst>
          </p:cNvPr>
          <p:cNvSpPr txBox="1"/>
          <p:nvPr/>
        </p:nvSpPr>
        <p:spPr>
          <a:xfrm>
            <a:off x="9686925" y="6488668"/>
            <a:ext cx="6105524" cy="369332"/>
          </a:xfrm>
          <a:prstGeom prst="rect">
            <a:avLst/>
          </a:prstGeom>
          <a:noFill/>
        </p:spPr>
        <p:txBody>
          <a:bodyPr wrap="square">
            <a:spAutoFit/>
          </a:bodyPr>
          <a:lstStyle/>
          <a:p>
            <a:r>
              <a:rPr lang="en-US" sz="1800" i="1" dirty="0"/>
              <a:t>Presenter: Michael</a:t>
            </a:r>
          </a:p>
        </p:txBody>
      </p:sp>
    </p:spTree>
    <p:extLst>
      <p:ext uri="{BB962C8B-B14F-4D97-AF65-F5344CB8AC3E}">
        <p14:creationId xmlns:p14="http://schemas.microsoft.com/office/powerpoint/2010/main" val="13420080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E1CAE-9C4D-B87E-9236-5B0448DE0A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D086CF-7371-7DF6-14EE-87B96D6D51E6}"/>
              </a:ext>
            </a:extLst>
          </p:cNvPr>
          <p:cNvSpPr>
            <a:spLocks noGrp="1"/>
          </p:cNvSpPr>
          <p:nvPr>
            <p:ph type="title"/>
          </p:nvPr>
        </p:nvSpPr>
        <p:spPr/>
        <p:txBody>
          <a:bodyPr/>
          <a:lstStyle/>
          <a:p>
            <a:r>
              <a:rPr lang="en-US"/>
              <a:t>TL4: Michael – Class Diagram </a:t>
            </a:r>
          </a:p>
        </p:txBody>
      </p:sp>
      <p:pic>
        <p:nvPicPr>
          <p:cNvPr id="6" name="Picture 5" descr="A diagram of a vampire shrimp&#10;&#10;AI-generated content may be incorrect.">
            <a:extLst>
              <a:ext uri="{FF2B5EF4-FFF2-40B4-BE49-F238E27FC236}">
                <a16:creationId xmlns:a16="http://schemas.microsoft.com/office/drawing/2014/main" id="{7A2D681E-730A-57F0-52D9-B502A45C82D2}"/>
              </a:ext>
            </a:extLst>
          </p:cNvPr>
          <p:cNvPicPr>
            <a:picLocks noChangeAspect="1"/>
          </p:cNvPicPr>
          <p:nvPr/>
        </p:nvPicPr>
        <p:blipFill>
          <a:blip r:embed="rId2"/>
          <a:stretch>
            <a:fillRect/>
          </a:stretch>
        </p:blipFill>
        <p:spPr>
          <a:xfrm>
            <a:off x="1427183" y="1906526"/>
            <a:ext cx="8259742" cy="4665319"/>
          </a:xfrm>
          <a:prstGeom prst="rect">
            <a:avLst/>
          </a:prstGeom>
        </p:spPr>
      </p:pic>
      <p:sp>
        <p:nvSpPr>
          <p:cNvPr id="5" name="TextBox 4">
            <a:extLst>
              <a:ext uri="{FF2B5EF4-FFF2-40B4-BE49-F238E27FC236}">
                <a16:creationId xmlns:a16="http://schemas.microsoft.com/office/drawing/2014/main" id="{9306748E-52C8-B1E1-9D92-369CC24F023C}"/>
              </a:ext>
            </a:extLst>
          </p:cNvPr>
          <p:cNvSpPr txBox="1"/>
          <p:nvPr/>
        </p:nvSpPr>
        <p:spPr>
          <a:xfrm>
            <a:off x="9686925" y="6488668"/>
            <a:ext cx="6105524" cy="369332"/>
          </a:xfrm>
          <a:prstGeom prst="rect">
            <a:avLst/>
          </a:prstGeom>
          <a:noFill/>
        </p:spPr>
        <p:txBody>
          <a:bodyPr wrap="square">
            <a:spAutoFit/>
          </a:bodyPr>
          <a:lstStyle/>
          <a:p>
            <a:r>
              <a:rPr lang="en-US" sz="1800" i="1" dirty="0"/>
              <a:t>Presenter: Michael</a:t>
            </a:r>
          </a:p>
        </p:txBody>
      </p:sp>
    </p:spTree>
    <p:extLst>
      <p:ext uri="{BB962C8B-B14F-4D97-AF65-F5344CB8AC3E}">
        <p14:creationId xmlns:p14="http://schemas.microsoft.com/office/powerpoint/2010/main" val="14659382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71133-9112-E8E2-8615-229211E409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633B19-D0CA-B130-B812-FEE412CF17A6}"/>
              </a:ext>
            </a:extLst>
          </p:cNvPr>
          <p:cNvSpPr>
            <a:spLocks noGrp="1"/>
          </p:cNvSpPr>
          <p:nvPr>
            <p:ph type="title"/>
          </p:nvPr>
        </p:nvSpPr>
        <p:spPr/>
        <p:txBody>
          <a:bodyPr/>
          <a:lstStyle/>
          <a:p>
            <a:r>
              <a:rPr lang="en-US"/>
              <a:t>TL4: Michael – State Design Pattern  </a:t>
            </a:r>
          </a:p>
        </p:txBody>
      </p:sp>
      <p:pic>
        <p:nvPicPr>
          <p:cNvPr id="4" name="Picture 3">
            <a:extLst>
              <a:ext uri="{FF2B5EF4-FFF2-40B4-BE49-F238E27FC236}">
                <a16:creationId xmlns:a16="http://schemas.microsoft.com/office/drawing/2014/main" id="{4CF3128E-4FC2-2BCA-C656-B82FBC1394E9}"/>
              </a:ext>
            </a:extLst>
          </p:cNvPr>
          <p:cNvPicPr>
            <a:picLocks noChangeAspect="1"/>
          </p:cNvPicPr>
          <p:nvPr/>
        </p:nvPicPr>
        <p:blipFill>
          <a:blip r:embed="rId2"/>
          <a:srcRect r="50024" b="174"/>
          <a:stretch>
            <a:fillRect/>
          </a:stretch>
        </p:blipFill>
        <p:spPr>
          <a:xfrm>
            <a:off x="3385596" y="1713922"/>
            <a:ext cx="5417884" cy="4905933"/>
          </a:xfrm>
          <a:prstGeom prst="rect">
            <a:avLst/>
          </a:prstGeom>
        </p:spPr>
      </p:pic>
      <p:sp>
        <p:nvSpPr>
          <p:cNvPr id="7" name="TextBox 6">
            <a:extLst>
              <a:ext uri="{FF2B5EF4-FFF2-40B4-BE49-F238E27FC236}">
                <a16:creationId xmlns:a16="http://schemas.microsoft.com/office/drawing/2014/main" id="{907A5632-7197-ECFC-9F66-6EACE655BA28}"/>
              </a:ext>
            </a:extLst>
          </p:cNvPr>
          <p:cNvSpPr txBox="1"/>
          <p:nvPr/>
        </p:nvSpPr>
        <p:spPr>
          <a:xfrm>
            <a:off x="9686925" y="6488668"/>
            <a:ext cx="6105524" cy="369332"/>
          </a:xfrm>
          <a:prstGeom prst="rect">
            <a:avLst/>
          </a:prstGeom>
          <a:noFill/>
        </p:spPr>
        <p:txBody>
          <a:bodyPr wrap="square">
            <a:spAutoFit/>
          </a:bodyPr>
          <a:lstStyle/>
          <a:p>
            <a:r>
              <a:rPr lang="en-US" sz="1800" i="1" dirty="0"/>
              <a:t>Presenter: Michael</a:t>
            </a:r>
          </a:p>
        </p:txBody>
      </p:sp>
    </p:spTree>
    <p:extLst>
      <p:ext uri="{BB962C8B-B14F-4D97-AF65-F5344CB8AC3E}">
        <p14:creationId xmlns:p14="http://schemas.microsoft.com/office/powerpoint/2010/main" val="3050920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551FB-7B57-A141-137B-7FBF07FCD5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733783-3207-7CA7-1F95-EB9D0599B699}"/>
              </a:ext>
            </a:extLst>
          </p:cNvPr>
          <p:cNvSpPr>
            <a:spLocks noGrp="1"/>
          </p:cNvSpPr>
          <p:nvPr>
            <p:ph type="title"/>
          </p:nvPr>
        </p:nvSpPr>
        <p:spPr/>
        <p:txBody>
          <a:bodyPr/>
          <a:lstStyle/>
          <a:p>
            <a:r>
              <a:rPr lang="en-US"/>
              <a:t>TL4: Michael – Dynamic Binding</a:t>
            </a:r>
          </a:p>
          <a:p>
            <a:endParaRPr lang="en-US"/>
          </a:p>
        </p:txBody>
      </p:sp>
      <p:pic>
        <p:nvPicPr>
          <p:cNvPr id="4" name="Picture 3">
            <a:extLst>
              <a:ext uri="{FF2B5EF4-FFF2-40B4-BE49-F238E27FC236}">
                <a16:creationId xmlns:a16="http://schemas.microsoft.com/office/drawing/2014/main" id="{D3ADC31D-B45B-1EEC-F020-2DBECB1AE5AF}"/>
              </a:ext>
            </a:extLst>
          </p:cNvPr>
          <p:cNvPicPr>
            <a:picLocks noChangeAspect="1"/>
          </p:cNvPicPr>
          <p:nvPr/>
        </p:nvPicPr>
        <p:blipFill>
          <a:blip r:embed="rId2"/>
          <a:srcRect l="50018" b="175"/>
          <a:stretch>
            <a:fillRect/>
          </a:stretch>
        </p:blipFill>
        <p:spPr>
          <a:xfrm>
            <a:off x="3358857" y="1713922"/>
            <a:ext cx="5466844" cy="4944518"/>
          </a:xfrm>
          <a:prstGeom prst="rect">
            <a:avLst/>
          </a:prstGeom>
        </p:spPr>
      </p:pic>
      <p:sp>
        <p:nvSpPr>
          <p:cNvPr id="5" name="TextBox 4">
            <a:extLst>
              <a:ext uri="{FF2B5EF4-FFF2-40B4-BE49-F238E27FC236}">
                <a16:creationId xmlns:a16="http://schemas.microsoft.com/office/drawing/2014/main" id="{ABF7EC51-F11C-952D-DBA1-24E17A610AC4}"/>
              </a:ext>
            </a:extLst>
          </p:cNvPr>
          <p:cNvSpPr txBox="1"/>
          <p:nvPr/>
        </p:nvSpPr>
        <p:spPr>
          <a:xfrm>
            <a:off x="9686925" y="6488668"/>
            <a:ext cx="6105524" cy="369332"/>
          </a:xfrm>
          <a:prstGeom prst="rect">
            <a:avLst/>
          </a:prstGeom>
          <a:noFill/>
        </p:spPr>
        <p:txBody>
          <a:bodyPr wrap="square">
            <a:spAutoFit/>
          </a:bodyPr>
          <a:lstStyle/>
          <a:p>
            <a:r>
              <a:rPr lang="en-US" sz="1800" i="1" dirty="0"/>
              <a:t>Presenter: Michael</a:t>
            </a:r>
          </a:p>
        </p:txBody>
      </p:sp>
    </p:spTree>
    <p:extLst>
      <p:ext uri="{BB962C8B-B14F-4D97-AF65-F5344CB8AC3E}">
        <p14:creationId xmlns:p14="http://schemas.microsoft.com/office/powerpoint/2010/main" val="19098844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9FDEA-5052-5453-5A48-2FAD2D4B8B19}"/>
              </a:ext>
            </a:extLst>
          </p:cNvPr>
          <p:cNvSpPr>
            <a:spLocks noGrp="1"/>
          </p:cNvSpPr>
          <p:nvPr>
            <p:ph type="title"/>
          </p:nvPr>
        </p:nvSpPr>
        <p:spPr/>
        <p:txBody>
          <a:bodyPr/>
          <a:lstStyle/>
          <a:p>
            <a:r>
              <a:rPr lang="en-US"/>
              <a:t>TL5: Wyatt – Use Case Diagram </a:t>
            </a:r>
          </a:p>
        </p:txBody>
      </p:sp>
      <p:sp>
        <p:nvSpPr>
          <p:cNvPr id="3" name="Content Placeholder 2">
            <a:extLst>
              <a:ext uri="{FF2B5EF4-FFF2-40B4-BE49-F238E27FC236}">
                <a16:creationId xmlns:a16="http://schemas.microsoft.com/office/drawing/2014/main" id="{81D6A6BE-7891-B9EC-1142-86CD32237ADE}"/>
              </a:ext>
            </a:extLst>
          </p:cNvPr>
          <p:cNvSpPr>
            <a:spLocks noGrp="1"/>
          </p:cNvSpPr>
          <p:nvPr>
            <p:ph idx="1"/>
          </p:nvPr>
        </p:nvSpPr>
        <p:spPr/>
        <p:txBody>
          <a:bodyPr/>
          <a:lstStyle/>
          <a:p>
            <a:endParaRPr lang="en-US"/>
          </a:p>
        </p:txBody>
      </p:sp>
      <p:sp>
        <p:nvSpPr>
          <p:cNvPr id="5" name="TextBox 4">
            <a:extLst>
              <a:ext uri="{FF2B5EF4-FFF2-40B4-BE49-F238E27FC236}">
                <a16:creationId xmlns:a16="http://schemas.microsoft.com/office/drawing/2014/main" id="{AAEFFBA2-FCC8-0D32-4C83-AEE905767AB0}"/>
              </a:ext>
            </a:extLst>
          </p:cNvPr>
          <p:cNvSpPr txBox="1"/>
          <p:nvPr/>
        </p:nvSpPr>
        <p:spPr>
          <a:xfrm>
            <a:off x="10077450" y="6488668"/>
            <a:ext cx="6105524" cy="369332"/>
          </a:xfrm>
          <a:prstGeom prst="rect">
            <a:avLst/>
          </a:prstGeom>
          <a:noFill/>
        </p:spPr>
        <p:txBody>
          <a:bodyPr wrap="square">
            <a:spAutoFit/>
          </a:bodyPr>
          <a:lstStyle/>
          <a:p>
            <a:r>
              <a:rPr lang="en-US" sz="1800" i="1" dirty="0"/>
              <a:t>Presenter: </a:t>
            </a:r>
            <a:r>
              <a:rPr lang="en-US" i="1" dirty="0"/>
              <a:t>Wyatt</a:t>
            </a:r>
            <a:endParaRPr lang="en-US" sz="1800" i="1" dirty="0"/>
          </a:p>
        </p:txBody>
      </p:sp>
    </p:spTree>
    <p:extLst>
      <p:ext uri="{BB962C8B-B14F-4D97-AF65-F5344CB8AC3E}">
        <p14:creationId xmlns:p14="http://schemas.microsoft.com/office/powerpoint/2010/main" val="26324659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5EDD3-2918-B086-6A70-84E190DCEA29}"/>
              </a:ext>
            </a:extLst>
          </p:cNvPr>
          <p:cNvSpPr>
            <a:spLocks noGrp="1"/>
          </p:cNvSpPr>
          <p:nvPr>
            <p:ph type="title"/>
          </p:nvPr>
        </p:nvSpPr>
        <p:spPr/>
        <p:txBody>
          <a:bodyPr/>
          <a:lstStyle/>
          <a:p>
            <a:r>
              <a:rPr lang="en-US"/>
              <a:t>TL5: Wyatt </a:t>
            </a:r>
          </a:p>
        </p:txBody>
      </p:sp>
      <p:sp>
        <p:nvSpPr>
          <p:cNvPr id="3" name="Content Placeholder 2">
            <a:extLst>
              <a:ext uri="{FF2B5EF4-FFF2-40B4-BE49-F238E27FC236}">
                <a16:creationId xmlns:a16="http://schemas.microsoft.com/office/drawing/2014/main" id="{239D292C-77F8-EBA6-9023-4DF1F4A2A1F9}"/>
              </a:ext>
            </a:extLst>
          </p:cNvPr>
          <p:cNvSpPr>
            <a:spLocks noGrp="1"/>
          </p:cNvSpPr>
          <p:nvPr>
            <p:ph idx="1"/>
          </p:nvPr>
        </p:nvSpPr>
        <p:spPr/>
        <p:txBody>
          <a:bodyPr/>
          <a:lstStyle/>
          <a:p>
            <a:endParaRPr lang="en-US"/>
          </a:p>
        </p:txBody>
      </p:sp>
      <p:sp>
        <p:nvSpPr>
          <p:cNvPr id="6" name="TextBox 5">
            <a:extLst>
              <a:ext uri="{FF2B5EF4-FFF2-40B4-BE49-F238E27FC236}">
                <a16:creationId xmlns:a16="http://schemas.microsoft.com/office/drawing/2014/main" id="{C10077C5-72DE-3860-0B14-69735E5E06FF}"/>
              </a:ext>
            </a:extLst>
          </p:cNvPr>
          <p:cNvSpPr txBox="1"/>
          <p:nvPr/>
        </p:nvSpPr>
        <p:spPr>
          <a:xfrm>
            <a:off x="10077450" y="6488668"/>
            <a:ext cx="6105524" cy="369332"/>
          </a:xfrm>
          <a:prstGeom prst="rect">
            <a:avLst/>
          </a:prstGeom>
          <a:noFill/>
        </p:spPr>
        <p:txBody>
          <a:bodyPr wrap="square">
            <a:spAutoFit/>
          </a:bodyPr>
          <a:lstStyle/>
          <a:p>
            <a:r>
              <a:rPr lang="en-US" sz="1800" i="1" dirty="0"/>
              <a:t>Presenter: </a:t>
            </a:r>
            <a:r>
              <a:rPr lang="en-US" i="1" dirty="0"/>
              <a:t>Wyatt</a:t>
            </a:r>
            <a:endParaRPr lang="en-US" sz="1800" i="1" dirty="0"/>
          </a:p>
        </p:txBody>
      </p:sp>
    </p:spTree>
    <p:extLst>
      <p:ext uri="{BB962C8B-B14F-4D97-AF65-F5344CB8AC3E}">
        <p14:creationId xmlns:p14="http://schemas.microsoft.com/office/powerpoint/2010/main" val="29304990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77022-FD78-5125-6011-4C6CE492C2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CAED6A-CD1B-8055-4BFA-FCF15474CB8C}"/>
              </a:ext>
            </a:extLst>
          </p:cNvPr>
          <p:cNvSpPr>
            <a:spLocks noGrp="1"/>
          </p:cNvSpPr>
          <p:nvPr>
            <p:ph type="title"/>
          </p:nvPr>
        </p:nvSpPr>
        <p:spPr/>
        <p:txBody>
          <a:bodyPr/>
          <a:lstStyle/>
          <a:p>
            <a:r>
              <a:rPr lang="en-US"/>
              <a:t>TL5: Wyatt </a:t>
            </a:r>
          </a:p>
        </p:txBody>
      </p:sp>
      <p:sp>
        <p:nvSpPr>
          <p:cNvPr id="3" name="Content Placeholder 2">
            <a:extLst>
              <a:ext uri="{FF2B5EF4-FFF2-40B4-BE49-F238E27FC236}">
                <a16:creationId xmlns:a16="http://schemas.microsoft.com/office/drawing/2014/main" id="{A3CA023E-2BBB-F238-193B-63D7821A88CD}"/>
              </a:ext>
            </a:extLst>
          </p:cNvPr>
          <p:cNvSpPr>
            <a:spLocks noGrp="1"/>
          </p:cNvSpPr>
          <p:nvPr>
            <p:ph idx="1"/>
          </p:nvPr>
        </p:nvSpPr>
        <p:spPr/>
        <p:txBody>
          <a:bodyPr/>
          <a:lstStyle/>
          <a:p>
            <a:endParaRPr lang="en-US"/>
          </a:p>
        </p:txBody>
      </p:sp>
      <p:sp>
        <p:nvSpPr>
          <p:cNvPr id="5" name="TextBox 4">
            <a:extLst>
              <a:ext uri="{FF2B5EF4-FFF2-40B4-BE49-F238E27FC236}">
                <a16:creationId xmlns:a16="http://schemas.microsoft.com/office/drawing/2014/main" id="{1C585CBE-7F7A-5FB7-E4ED-9EF2C7E5CB33}"/>
              </a:ext>
            </a:extLst>
          </p:cNvPr>
          <p:cNvSpPr txBox="1"/>
          <p:nvPr/>
        </p:nvSpPr>
        <p:spPr>
          <a:xfrm>
            <a:off x="10077450" y="6488668"/>
            <a:ext cx="6105524" cy="369332"/>
          </a:xfrm>
          <a:prstGeom prst="rect">
            <a:avLst/>
          </a:prstGeom>
          <a:noFill/>
        </p:spPr>
        <p:txBody>
          <a:bodyPr wrap="square">
            <a:spAutoFit/>
          </a:bodyPr>
          <a:lstStyle/>
          <a:p>
            <a:r>
              <a:rPr lang="en-US" sz="1800" i="1" dirty="0"/>
              <a:t>Presenter: </a:t>
            </a:r>
            <a:r>
              <a:rPr lang="en-US" i="1" dirty="0"/>
              <a:t>Wyatt</a:t>
            </a:r>
            <a:endParaRPr lang="en-US" sz="1800" i="1" dirty="0"/>
          </a:p>
        </p:txBody>
      </p:sp>
    </p:spTree>
    <p:extLst>
      <p:ext uri="{BB962C8B-B14F-4D97-AF65-F5344CB8AC3E}">
        <p14:creationId xmlns:p14="http://schemas.microsoft.com/office/powerpoint/2010/main" val="31125280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F2387-10C2-23FB-1842-5FF7A789D7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4DDEE3-4508-02BB-F5AD-9B5B783637AF}"/>
              </a:ext>
            </a:extLst>
          </p:cNvPr>
          <p:cNvSpPr>
            <a:spLocks noGrp="1"/>
          </p:cNvSpPr>
          <p:nvPr>
            <p:ph type="title"/>
          </p:nvPr>
        </p:nvSpPr>
        <p:spPr/>
        <p:txBody>
          <a:bodyPr/>
          <a:lstStyle/>
          <a:p>
            <a:r>
              <a:rPr lang="en-US"/>
              <a:t>TL5: Wyatt </a:t>
            </a:r>
          </a:p>
        </p:txBody>
      </p:sp>
      <p:sp>
        <p:nvSpPr>
          <p:cNvPr id="3" name="Content Placeholder 2">
            <a:extLst>
              <a:ext uri="{FF2B5EF4-FFF2-40B4-BE49-F238E27FC236}">
                <a16:creationId xmlns:a16="http://schemas.microsoft.com/office/drawing/2014/main" id="{0836E038-4209-8EA2-F6A4-126667133DC7}"/>
              </a:ext>
            </a:extLst>
          </p:cNvPr>
          <p:cNvSpPr>
            <a:spLocks noGrp="1"/>
          </p:cNvSpPr>
          <p:nvPr>
            <p:ph idx="1"/>
          </p:nvPr>
        </p:nvSpPr>
        <p:spPr/>
        <p:txBody>
          <a:bodyPr/>
          <a:lstStyle/>
          <a:p>
            <a:endParaRPr lang="en-US"/>
          </a:p>
        </p:txBody>
      </p:sp>
      <p:sp>
        <p:nvSpPr>
          <p:cNvPr id="5" name="TextBox 4">
            <a:extLst>
              <a:ext uri="{FF2B5EF4-FFF2-40B4-BE49-F238E27FC236}">
                <a16:creationId xmlns:a16="http://schemas.microsoft.com/office/drawing/2014/main" id="{F965939D-B698-95E0-7B9D-08C4AC25156E}"/>
              </a:ext>
            </a:extLst>
          </p:cNvPr>
          <p:cNvSpPr txBox="1"/>
          <p:nvPr/>
        </p:nvSpPr>
        <p:spPr>
          <a:xfrm>
            <a:off x="10077450" y="6488668"/>
            <a:ext cx="6105524" cy="369332"/>
          </a:xfrm>
          <a:prstGeom prst="rect">
            <a:avLst/>
          </a:prstGeom>
          <a:noFill/>
        </p:spPr>
        <p:txBody>
          <a:bodyPr wrap="square">
            <a:spAutoFit/>
          </a:bodyPr>
          <a:lstStyle/>
          <a:p>
            <a:r>
              <a:rPr lang="en-US" sz="1800" i="1" dirty="0"/>
              <a:t>Presenter: </a:t>
            </a:r>
            <a:r>
              <a:rPr lang="en-US" i="1" dirty="0"/>
              <a:t>Wyatt</a:t>
            </a:r>
            <a:endParaRPr lang="en-US" sz="1800" i="1" dirty="0"/>
          </a:p>
        </p:txBody>
      </p:sp>
    </p:spTree>
    <p:extLst>
      <p:ext uri="{BB962C8B-B14F-4D97-AF65-F5344CB8AC3E}">
        <p14:creationId xmlns:p14="http://schemas.microsoft.com/office/powerpoint/2010/main" val="37974300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9A17A-E0F2-A38B-846E-4A0ADE63DD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0ECAFD-E2B6-C266-B516-E0F7EC2A19C2}"/>
              </a:ext>
            </a:extLst>
          </p:cNvPr>
          <p:cNvSpPr>
            <a:spLocks noGrp="1"/>
          </p:cNvSpPr>
          <p:nvPr>
            <p:ph type="title"/>
          </p:nvPr>
        </p:nvSpPr>
        <p:spPr/>
        <p:txBody>
          <a:bodyPr/>
          <a:lstStyle/>
          <a:p>
            <a:r>
              <a:rPr lang="en-US" dirty="0"/>
              <a:t>TL6: Nishant – Use Case Diagram </a:t>
            </a:r>
          </a:p>
        </p:txBody>
      </p:sp>
      <p:pic>
        <p:nvPicPr>
          <p:cNvPr id="4" name="Content Placeholder 3">
            <a:extLst>
              <a:ext uri="{FF2B5EF4-FFF2-40B4-BE49-F238E27FC236}">
                <a16:creationId xmlns:a16="http://schemas.microsoft.com/office/drawing/2014/main" id="{C9EAED77-FA5E-543D-4BF9-7FAB55477001}"/>
              </a:ext>
            </a:extLst>
          </p:cNvPr>
          <p:cNvPicPr>
            <a:picLocks noGrp="1" noChangeAspect="1"/>
          </p:cNvPicPr>
          <p:nvPr>
            <p:ph idx="1"/>
          </p:nvPr>
        </p:nvPicPr>
        <p:blipFill>
          <a:blip r:embed="rId2"/>
          <a:stretch>
            <a:fillRect/>
          </a:stretch>
        </p:blipFill>
        <p:spPr>
          <a:xfrm>
            <a:off x="2352622" y="1981469"/>
            <a:ext cx="7727323" cy="4598830"/>
          </a:xfrm>
          <a:prstGeom prst="rect">
            <a:avLst/>
          </a:prstGeom>
        </p:spPr>
      </p:pic>
      <p:sp>
        <p:nvSpPr>
          <p:cNvPr id="6" name="TextBox 5">
            <a:extLst>
              <a:ext uri="{FF2B5EF4-FFF2-40B4-BE49-F238E27FC236}">
                <a16:creationId xmlns:a16="http://schemas.microsoft.com/office/drawing/2014/main" id="{800B5711-E1DB-6A28-7418-177F9AA186F3}"/>
              </a:ext>
            </a:extLst>
          </p:cNvPr>
          <p:cNvSpPr txBox="1"/>
          <p:nvPr/>
        </p:nvSpPr>
        <p:spPr>
          <a:xfrm>
            <a:off x="10077450" y="6488668"/>
            <a:ext cx="6105524" cy="369332"/>
          </a:xfrm>
          <a:prstGeom prst="rect">
            <a:avLst/>
          </a:prstGeom>
          <a:noFill/>
        </p:spPr>
        <p:txBody>
          <a:bodyPr wrap="square">
            <a:spAutoFit/>
          </a:bodyPr>
          <a:lstStyle/>
          <a:p>
            <a:r>
              <a:rPr lang="en-US" sz="1800" i="1" dirty="0"/>
              <a:t>Presenter: Nishant</a:t>
            </a:r>
          </a:p>
        </p:txBody>
      </p:sp>
    </p:spTree>
    <p:extLst>
      <p:ext uri="{BB962C8B-B14F-4D97-AF65-F5344CB8AC3E}">
        <p14:creationId xmlns:p14="http://schemas.microsoft.com/office/powerpoint/2010/main" val="30084939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01E93-72F6-B7DA-C52C-0D7D84D003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55D856-D35C-52DE-9D7C-EB0BCA22D9E0}"/>
              </a:ext>
            </a:extLst>
          </p:cNvPr>
          <p:cNvSpPr>
            <a:spLocks noGrp="1"/>
          </p:cNvSpPr>
          <p:nvPr>
            <p:ph type="title"/>
          </p:nvPr>
        </p:nvSpPr>
        <p:spPr/>
        <p:txBody>
          <a:bodyPr/>
          <a:lstStyle/>
          <a:p>
            <a:r>
              <a:rPr lang="en-US" dirty="0"/>
              <a:t>TL6: Nishant – Class Diagram </a:t>
            </a:r>
          </a:p>
        </p:txBody>
      </p:sp>
      <p:sp>
        <p:nvSpPr>
          <p:cNvPr id="3" name="Content Placeholder 2">
            <a:extLst>
              <a:ext uri="{FF2B5EF4-FFF2-40B4-BE49-F238E27FC236}">
                <a16:creationId xmlns:a16="http://schemas.microsoft.com/office/drawing/2014/main" id="{971BCA7A-7C5E-57E6-7DBC-BB9195A43EE9}"/>
              </a:ext>
            </a:extLst>
          </p:cNvPr>
          <p:cNvSpPr>
            <a:spLocks noGrp="1"/>
          </p:cNvSpPr>
          <p:nvPr>
            <p:ph idx="1"/>
          </p:nvPr>
        </p:nvSpPr>
        <p:spPr/>
        <p:txBody>
          <a:bodyPr/>
          <a:lstStyle/>
          <a:p>
            <a:endParaRPr lang="en-US"/>
          </a:p>
        </p:txBody>
      </p:sp>
      <p:sp>
        <p:nvSpPr>
          <p:cNvPr id="5" name="TextBox 4">
            <a:extLst>
              <a:ext uri="{FF2B5EF4-FFF2-40B4-BE49-F238E27FC236}">
                <a16:creationId xmlns:a16="http://schemas.microsoft.com/office/drawing/2014/main" id="{A01159E6-446B-5055-4A9C-6AE310A98553}"/>
              </a:ext>
            </a:extLst>
          </p:cNvPr>
          <p:cNvSpPr txBox="1"/>
          <p:nvPr/>
        </p:nvSpPr>
        <p:spPr>
          <a:xfrm>
            <a:off x="10077450" y="6488668"/>
            <a:ext cx="6105524" cy="369332"/>
          </a:xfrm>
          <a:prstGeom prst="rect">
            <a:avLst/>
          </a:prstGeom>
          <a:noFill/>
        </p:spPr>
        <p:txBody>
          <a:bodyPr wrap="square">
            <a:spAutoFit/>
          </a:bodyPr>
          <a:lstStyle/>
          <a:p>
            <a:r>
              <a:rPr lang="en-US" sz="1800" i="1" dirty="0"/>
              <a:t>Presenter: Nishant</a:t>
            </a:r>
          </a:p>
        </p:txBody>
      </p:sp>
    </p:spTree>
    <p:extLst>
      <p:ext uri="{BB962C8B-B14F-4D97-AF65-F5344CB8AC3E}">
        <p14:creationId xmlns:p14="http://schemas.microsoft.com/office/powerpoint/2010/main" val="28154951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AF8B8-2242-D5A1-E6CE-230786201F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CA8624-9D11-22C0-4D5A-E0B2D1A3200B}"/>
              </a:ext>
            </a:extLst>
          </p:cNvPr>
          <p:cNvSpPr>
            <a:spLocks noGrp="1"/>
          </p:cNvSpPr>
          <p:nvPr>
            <p:ph type="title"/>
          </p:nvPr>
        </p:nvSpPr>
        <p:spPr/>
        <p:txBody>
          <a:bodyPr/>
          <a:lstStyle/>
          <a:p>
            <a:r>
              <a:rPr lang="en-US" dirty="0"/>
              <a:t>TL6: Nishant – Class Diagram (State Design Pattern)</a:t>
            </a:r>
          </a:p>
        </p:txBody>
      </p:sp>
      <p:sp>
        <p:nvSpPr>
          <p:cNvPr id="3" name="Content Placeholder 2">
            <a:extLst>
              <a:ext uri="{FF2B5EF4-FFF2-40B4-BE49-F238E27FC236}">
                <a16:creationId xmlns:a16="http://schemas.microsoft.com/office/drawing/2014/main" id="{DE47F57E-7A97-5520-8133-66DB125D7E4E}"/>
              </a:ext>
            </a:extLst>
          </p:cNvPr>
          <p:cNvSpPr>
            <a:spLocks noGrp="1"/>
          </p:cNvSpPr>
          <p:nvPr>
            <p:ph idx="1"/>
          </p:nvPr>
        </p:nvSpPr>
        <p:spPr/>
        <p:txBody>
          <a:bodyPr/>
          <a:lstStyle/>
          <a:p>
            <a:endParaRPr lang="en-US"/>
          </a:p>
        </p:txBody>
      </p:sp>
      <p:sp>
        <p:nvSpPr>
          <p:cNvPr id="5" name="TextBox 4">
            <a:extLst>
              <a:ext uri="{FF2B5EF4-FFF2-40B4-BE49-F238E27FC236}">
                <a16:creationId xmlns:a16="http://schemas.microsoft.com/office/drawing/2014/main" id="{F8C246BD-D4CB-CDAC-DC87-DE2A5D9593F5}"/>
              </a:ext>
            </a:extLst>
          </p:cNvPr>
          <p:cNvSpPr txBox="1"/>
          <p:nvPr/>
        </p:nvSpPr>
        <p:spPr>
          <a:xfrm>
            <a:off x="10077450" y="6488668"/>
            <a:ext cx="6105524" cy="369332"/>
          </a:xfrm>
          <a:prstGeom prst="rect">
            <a:avLst/>
          </a:prstGeom>
          <a:noFill/>
        </p:spPr>
        <p:txBody>
          <a:bodyPr wrap="square">
            <a:spAutoFit/>
          </a:bodyPr>
          <a:lstStyle/>
          <a:p>
            <a:r>
              <a:rPr lang="en-US" sz="1800" i="1" dirty="0"/>
              <a:t>Presenter: Nishant</a:t>
            </a:r>
          </a:p>
        </p:txBody>
      </p:sp>
    </p:spTree>
    <p:extLst>
      <p:ext uri="{BB962C8B-B14F-4D97-AF65-F5344CB8AC3E}">
        <p14:creationId xmlns:p14="http://schemas.microsoft.com/office/powerpoint/2010/main" val="27696104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EF5E2-500F-A157-6A61-BD586B1C8C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383AF2-6550-65D7-8B75-312865951923}"/>
              </a:ext>
            </a:extLst>
          </p:cNvPr>
          <p:cNvSpPr>
            <a:spLocks noGrp="1"/>
          </p:cNvSpPr>
          <p:nvPr>
            <p:ph type="title"/>
          </p:nvPr>
        </p:nvSpPr>
        <p:spPr/>
        <p:txBody>
          <a:bodyPr/>
          <a:lstStyle/>
          <a:p>
            <a:r>
              <a:rPr lang="en-US" dirty="0"/>
              <a:t>TL6: Nishant – Class Diagram (Dynamic Binding)</a:t>
            </a:r>
          </a:p>
        </p:txBody>
      </p:sp>
      <p:sp>
        <p:nvSpPr>
          <p:cNvPr id="3" name="Content Placeholder 2">
            <a:extLst>
              <a:ext uri="{FF2B5EF4-FFF2-40B4-BE49-F238E27FC236}">
                <a16:creationId xmlns:a16="http://schemas.microsoft.com/office/drawing/2014/main" id="{181CBAB8-9C2E-D5EB-D97E-2CFEF4FB562B}"/>
              </a:ext>
            </a:extLst>
          </p:cNvPr>
          <p:cNvSpPr>
            <a:spLocks noGrp="1"/>
          </p:cNvSpPr>
          <p:nvPr>
            <p:ph idx="1"/>
          </p:nvPr>
        </p:nvSpPr>
        <p:spPr/>
        <p:txBody>
          <a:bodyPr/>
          <a:lstStyle/>
          <a:p>
            <a:endParaRPr lang="en-US"/>
          </a:p>
        </p:txBody>
      </p:sp>
      <p:sp>
        <p:nvSpPr>
          <p:cNvPr id="5" name="TextBox 4">
            <a:extLst>
              <a:ext uri="{FF2B5EF4-FFF2-40B4-BE49-F238E27FC236}">
                <a16:creationId xmlns:a16="http://schemas.microsoft.com/office/drawing/2014/main" id="{3379E773-AD37-333F-A9D3-00ECD17CBB04}"/>
              </a:ext>
            </a:extLst>
          </p:cNvPr>
          <p:cNvSpPr txBox="1"/>
          <p:nvPr/>
        </p:nvSpPr>
        <p:spPr>
          <a:xfrm>
            <a:off x="10077450" y="6488668"/>
            <a:ext cx="6105524" cy="369332"/>
          </a:xfrm>
          <a:prstGeom prst="rect">
            <a:avLst/>
          </a:prstGeom>
          <a:noFill/>
        </p:spPr>
        <p:txBody>
          <a:bodyPr wrap="square">
            <a:spAutoFit/>
          </a:bodyPr>
          <a:lstStyle/>
          <a:p>
            <a:r>
              <a:rPr lang="en-US" sz="1800" i="1" dirty="0"/>
              <a:t>Presenter: Nishant</a:t>
            </a:r>
          </a:p>
        </p:txBody>
      </p:sp>
    </p:spTree>
    <p:extLst>
      <p:ext uri="{BB962C8B-B14F-4D97-AF65-F5344CB8AC3E}">
        <p14:creationId xmlns:p14="http://schemas.microsoft.com/office/powerpoint/2010/main" val="453322118"/>
      </p:ext>
    </p:extLst>
  </p:cSld>
  <p:clrMapOvr>
    <a:masterClrMapping/>
  </p:clrMapOvr>
</p:sld>
</file>

<file path=ppt/theme/theme1.xml><?xml version="1.0" encoding="utf-8"?>
<a:theme xmlns:a="http://schemas.openxmlformats.org/drawingml/2006/main" name="Film Burn">
  <a:themeElements>
    <a:clrScheme name="Custom 2">
      <a:dk1>
        <a:srgbClr val="09090C"/>
      </a:dk1>
      <a:lt1>
        <a:sysClr val="window" lastClr="FFFFFF"/>
      </a:lt1>
      <a:dk2>
        <a:srgbClr val="000000"/>
      </a:dk2>
      <a:lt2>
        <a:srgbClr val="F9EFEC"/>
      </a:lt2>
      <a:accent1>
        <a:srgbClr val="CB49B2"/>
      </a:accent1>
      <a:accent2>
        <a:srgbClr val="7C3191"/>
      </a:accent2>
      <a:accent3>
        <a:srgbClr val="E95D48"/>
      </a:accent3>
      <a:accent4>
        <a:srgbClr val="F08E6B"/>
      </a:accent4>
      <a:accent5>
        <a:srgbClr val="D93752"/>
      </a:accent5>
      <a:accent6>
        <a:srgbClr val="EE7345"/>
      </a:accent6>
      <a:hlink>
        <a:srgbClr val="CB49B2"/>
      </a:hlink>
      <a:folHlink>
        <a:srgbClr val="E95D48"/>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lm burn" id="{4524321E-1019-4E52-AA1C-5D37B75CD749}" vid="{4A46179B-AA1B-40E1-9320-430DA2EBD8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58A0B6A044877479F2E02BF24B9631D" ma:contentTypeVersion="13" ma:contentTypeDescription="Create a new document." ma:contentTypeScope="" ma:versionID="3d1f416b2f164cc9abc087d9365e9d4f">
  <xsd:schema xmlns:xsd="http://www.w3.org/2001/XMLSchema" xmlns:xs="http://www.w3.org/2001/XMLSchema" xmlns:p="http://schemas.microsoft.com/office/2006/metadata/properties" xmlns:ns3="d834b10b-4b4f-4752-9079-b5c89b160d34" xmlns:ns4="e201da07-fdb3-4559-9d2a-b01d6e901464" targetNamespace="http://schemas.microsoft.com/office/2006/metadata/properties" ma:root="true" ma:fieldsID="f5f96747e248544a8fb86cf863af5986" ns3:_="" ns4:_="">
    <xsd:import namespace="d834b10b-4b4f-4752-9079-b5c89b160d34"/>
    <xsd:import namespace="e201da07-fdb3-4559-9d2a-b01d6e901464"/>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SearchProperties" minOccurs="0"/>
                <xsd:element ref="ns3:MediaServiceDateTaken"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834b10b-4b4f-4752-9079-b5c89b160d3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201da07-fdb3-4559-9d2a-b01d6e90146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d834b10b-4b4f-4752-9079-b5c89b160d34" xsi:nil="true"/>
  </documentManagement>
</p:properties>
</file>

<file path=customXml/itemProps1.xml><?xml version="1.0" encoding="utf-8"?>
<ds:datastoreItem xmlns:ds="http://schemas.openxmlformats.org/officeDocument/2006/customXml" ds:itemID="{A0B5EA7B-EE2D-4DBB-81FE-BDD7649B147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834b10b-4b4f-4752-9079-b5c89b160d34"/>
    <ds:schemaRef ds:uri="e201da07-fdb3-4559-9d2a-b01d6e90146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F72FD2B-B367-49E0-8D59-0D7850278BF9}">
  <ds:schemaRefs>
    <ds:schemaRef ds:uri="http://schemas.microsoft.com/sharepoint/v3/contenttype/forms"/>
  </ds:schemaRefs>
</ds:datastoreItem>
</file>

<file path=customXml/itemProps3.xml><?xml version="1.0" encoding="utf-8"?>
<ds:datastoreItem xmlns:ds="http://schemas.openxmlformats.org/officeDocument/2006/customXml" ds:itemID="{1420D316-7D5F-4BB7-ACA3-1E326F7AA59A}">
  <ds:schemaRefs>
    <ds:schemaRef ds:uri="http://schemas.microsoft.com/office/2006/documentManagement/types"/>
    <ds:schemaRef ds:uri="http://schemas.microsoft.com/office/2006/metadata/properties"/>
    <ds:schemaRef ds:uri="http://purl.org/dc/elements/1.1/"/>
    <ds:schemaRef ds:uri="http://purl.org/dc/terms/"/>
    <ds:schemaRef ds:uri="http://www.w3.org/XML/1998/namespace"/>
    <ds:schemaRef ds:uri="http://schemas.microsoft.com/office/infopath/2007/PartnerControls"/>
    <ds:schemaRef ds:uri="http://purl.org/dc/dcmitype/"/>
    <ds:schemaRef ds:uri="http://schemas.openxmlformats.org/package/2006/metadata/core-properties"/>
    <ds:schemaRef ds:uri="e201da07-fdb3-4559-9d2a-b01d6e901464"/>
    <ds:schemaRef ds:uri="d834b10b-4b4f-4752-9079-b5c89b160d34"/>
  </ds:schemaRefs>
</ds:datastoreItem>
</file>

<file path=docProps/app.xml><?xml version="1.0" encoding="utf-8"?>
<Properties xmlns="http://schemas.openxmlformats.org/officeDocument/2006/extended-properties" xmlns:vt="http://schemas.openxmlformats.org/officeDocument/2006/docPropsVTypes">
  <Template>Film Burn</Template>
  <TotalTime>291</TotalTime>
  <Words>2039</Words>
  <Application>Microsoft Office PowerPoint</Application>
  <PresentationFormat>Widescreen</PresentationFormat>
  <Paragraphs>272</Paragraphs>
  <Slides>40</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Aptos</vt:lpstr>
      <vt:lpstr>Arial</vt:lpstr>
      <vt:lpstr>Neue Haas Grotesk Text Pro</vt:lpstr>
      <vt:lpstr>Film Burn</vt:lpstr>
      <vt:lpstr>I Got Transported to Another World and Got Married to a Vampire Shrimp but his Vampire Family Doesn't Approve of our Marriage</vt:lpstr>
      <vt:lpstr>Intro</vt:lpstr>
      <vt:lpstr>IGTTAWAGMTAVSBHVFDAOUM  development team</vt:lpstr>
      <vt:lpstr>Story Board #1 Introductory Story Beat (Cutscene)</vt:lpstr>
      <vt:lpstr>Story Board #2 Introductory Action Story Beat (Tutorial / Level 1)</vt:lpstr>
      <vt:lpstr>Story Board #3 Turning Point – Late to Your Own Wedding; Family Disapproval (Level 2)</vt:lpstr>
      <vt:lpstr>Story Board #4 Geared up, and ready to prove your worth. (Level 3)</vt:lpstr>
      <vt:lpstr>Story Board #5 Dating the family members and becoming well-liked.</vt:lpstr>
      <vt:lpstr>Story Board #6 The Final Boss, And Approval?  </vt:lpstr>
      <vt:lpstr>Story Board #7 Finally, approval from the family.   </vt:lpstr>
      <vt:lpstr>Context Diagram</vt:lpstr>
      <vt:lpstr>Diagram 0</vt:lpstr>
      <vt:lpstr>TL1: Adam -  Use Case Diagram</vt:lpstr>
      <vt:lpstr>TL1: Adam -  Class Diagram</vt:lpstr>
      <vt:lpstr>TL1: Adam -  Class Diagram – State Design Pattern</vt:lpstr>
      <vt:lpstr>TL1: Adam -  Class Diagram – Dynamic Binding</vt:lpstr>
      <vt:lpstr>TL2: Hayden – Use Case Diagram </vt:lpstr>
      <vt:lpstr>TL2: Hayden – Class Diagram </vt:lpstr>
      <vt:lpstr>TL2: Hayden – State Design Pattern</vt:lpstr>
      <vt:lpstr>TL2: Hayden – Dynamic Binding</vt:lpstr>
      <vt:lpstr>TL2+: Gagan – Use Case Diagram</vt:lpstr>
      <vt:lpstr>TL2+: Gagan – Class Diagram</vt:lpstr>
      <vt:lpstr>TL2+: Gagan – State Design Pattern</vt:lpstr>
      <vt:lpstr>TL2+: Gagan – Dynamic Binding</vt:lpstr>
      <vt:lpstr>TL3: Shenghao - Enemy Use Case</vt:lpstr>
      <vt:lpstr>TL3: Shenghao - Enemy Class Diagram (State Pattern)</vt:lpstr>
      <vt:lpstr>TL3: Shenghao - Enemy State Pattern</vt:lpstr>
      <vt:lpstr>TL3: Shenghao - Dynamic Binding</vt:lpstr>
      <vt:lpstr>TL4: Michael – Use Case Diagram </vt:lpstr>
      <vt:lpstr>TL4: Michael – Class Diagram </vt:lpstr>
      <vt:lpstr>TL4: Michael – State Design Pattern  </vt:lpstr>
      <vt:lpstr>TL4: Michael – Dynamic Binding </vt:lpstr>
      <vt:lpstr>TL5: Wyatt – Use Case Diagram </vt:lpstr>
      <vt:lpstr>TL5: Wyatt </vt:lpstr>
      <vt:lpstr>TL5: Wyatt </vt:lpstr>
      <vt:lpstr>TL5: Wyatt </vt:lpstr>
      <vt:lpstr>TL6: Nishant – Use Case Diagram </vt:lpstr>
      <vt:lpstr>TL6: Nishant – Class Diagram </vt:lpstr>
      <vt:lpstr>TL6: Nishant – Class Diagram (State Design Pattern)</vt:lpstr>
      <vt:lpstr>TL6: Nishant – Class Diagram (Dynamic Binding)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Yaw, Adam (yaw8714@vandals.uidaho.edu)</dc:creator>
  <cp:lastModifiedBy>Yaw, Adam (yaw8714@vandals.uidaho.edu)</cp:lastModifiedBy>
  <cp:revision>1</cp:revision>
  <dcterms:created xsi:type="dcterms:W3CDTF">2026-09-24T00:25:45Z</dcterms:created>
  <dcterms:modified xsi:type="dcterms:W3CDTF">2026-09-24T05:17:23Z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0x010100D58A0B6A044877479F2E02BF24B9631D</vt:lpwstr>
  </property>
</Properties>
</file>