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84"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FF"/>
    <a:srgbClr val="12314F"/>
    <a:srgbClr val="83AED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EFFA1D-37BD-E3E5-44F2-653BD6BD2BC6}" v="329" dt="2026-10-01T01:55:35.686"/>
    <p1510:client id="{292E96D0-0AE5-B48C-E556-6575BECD2A04}" v="49" dt="2026-10-01T15:53:05.802"/>
    <p1510:client id="{5454C59A-3BD5-40AF-89B8-DBFBA535CEB7}" v="657" dt="2026-10-01T01:57:16.589"/>
    <p1510:client id="{B15A361E-D2FE-A477-961A-2AF00A769CA6}" v="235" dt="2026-10-01T01:54:59.408"/>
    <p1510:client id="{BE5C85FE-3470-41DF-84EB-CD54BF889FC5}" v="100" dt="2026-10-01T02:01:01.487"/>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60"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ipete, Breana (sini2348@vandals.uidaho.edu)" userId="f688145d-2fb5-4953-9054-1b32162b0f5b" providerId="ADAL" clId="{ABAB2BBD-0ACF-46CF-852A-D4D6951A9502}"/>
    <pc:docChg chg="undo custSel addSld modSld sldOrd">
      <pc:chgData name="Sinipete, Breana (sini2348@vandals.uidaho.edu)" userId="f688145d-2fb5-4953-9054-1b32162b0f5b" providerId="ADAL" clId="{ABAB2BBD-0ACF-46CF-852A-D4D6951A9502}" dt="2026-10-01T01:57:16.589" v="797" actId="20577"/>
      <pc:docMkLst>
        <pc:docMk/>
      </pc:docMkLst>
      <pc:sldChg chg="addSp delSp modSp mod">
        <pc:chgData name="Sinipete, Breana (sini2348@vandals.uidaho.edu)" userId="f688145d-2fb5-4953-9054-1b32162b0f5b" providerId="ADAL" clId="{ABAB2BBD-0ACF-46CF-852A-D4D6951A9502}" dt="2026-09-28T17:47:50.158" v="33" actId="166"/>
        <pc:sldMkLst>
          <pc:docMk/>
          <pc:sldMk cId="0" sldId="257"/>
        </pc:sldMkLst>
        <pc:spChg chg="add mod">
          <ac:chgData name="Sinipete, Breana (sini2348@vandals.uidaho.edu)" userId="f688145d-2fb5-4953-9054-1b32162b0f5b" providerId="ADAL" clId="{ABAB2BBD-0ACF-46CF-852A-D4D6951A9502}" dt="2026-09-28T17:47:43.236" v="31" actId="207"/>
          <ac:spMkLst>
            <pc:docMk/>
            <pc:sldMk cId="0" sldId="257"/>
            <ac:spMk id="9" creationId="{A9621DF2-AF17-C560-B3FC-7BEB2C718586}"/>
          </ac:spMkLst>
        </pc:spChg>
        <pc:picChg chg="add mod ord">
          <ac:chgData name="Sinipete, Breana (sini2348@vandals.uidaho.edu)" userId="f688145d-2fb5-4953-9054-1b32162b0f5b" providerId="ADAL" clId="{ABAB2BBD-0ACF-46CF-852A-D4D6951A9502}" dt="2026-09-28T17:47:50.158" v="33" actId="166"/>
          <ac:picMkLst>
            <pc:docMk/>
            <pc:sldMk cId="0" sldId="257"/>
            <ac:picMk id="7" creationId="{4C8176D1-D671-A71B-82A5-B49971E9E567}"/>
          </ac:picMkLst>
        </pc:picChg>
      </pc:sldChg>
      <pc:sldChg chg="addSp delSp mod">
        <pc:chgData name="Sinipete, Breana (sini2348@vandals.uidaho.edu)" userId="f688145d-2fb5-4953-9054-1b32162b0f5b" providerId="ADAL" clId="{ABAB2BBD-0ACF-46CF-852A-D4D6951A9502}" dt="2026-09-28T17:49:57.161" v="94" actId="22"/>
        <pc:sldMkLst>
          <pc:docMk/>
          <pc:sldMk cId="0" sldId="258"/>
        </pc:sldMkLst>
        <pc:spChg chg="add">
          <ac:chgData name="Sinipete, Breana (sini2348@vandals.uidaho.edu)" userId="f688145d-2fb5-4953-9054-1b32162b0f5b" providerId="ADAL" clId="{ABAB2BBD-0ACF-46CF-852A-D4D6951A9502}" dt="2026-09-28T17:49:57.161" v="94" actId="22"/>
          <ac:spMkLst>
            <pc:docMk/>
            <pc:sldMk cId="0" sldId="258"/>
            <ac:spMk id="10" creationId="{B9393CF1-5AB2-1843-7105-1E0079C697FB}"/>
          </ac:spMkLst>
        </pc:spChg>
        <pc:picChg chg="add">
          <ac:chgData name="Sinipete, Breana (sini2348@vandals.uidaho.edu)" userId="f688145d-2fb5-4953-9054-1b32162b0f5b" providerId="ADAL" clId="{ABAB2BBD-0ACF-46CF-852A-D4D6951A9502}" dt="2026-09-28T17:49:57.161" v="94" actId="22"/>
          <ac:picMkLst>
            <pc:docMk/>
            <pc:sldMk cId="0" sldId="258"/>
            <ac:picMk id="12" creationId="{39357206-8CF7-FF37-A275-45DE7DFFBBF3}"/>
          </ac:picMkLst>
        </pc:picChg>
      </pc:sldChg>
      <pc:sldChg chg="addSp delSp mod">
        <pc:chgData name="Sinipete, Breana (sini2348@vandals.uidaho.edu)" userId="f688145d-2fb5-4953-9054-1b32162b0f5b" providerId="ADAL" clId="{ABAB2BBD-0ACF-46CF-852A-D4D6951A9502}" dt="2026-09-28T17:49:51.451" v="91" actId="22"/>
        <pc:sldMkLst>
          <pc:docMk/>
          <pc:sldMk cId="0" sldId="259"/>
        </pc:sldMkLst>
        <pc:spChg chg="add">
          <ac:chgData name="Sinipete, Breana (sini2348@vandals.uidaho.edu)" userId="f688145d-2fb5-4953-9054-1b32162b0f5b" providerId="ADAL" clId="{ABAB2BBD-0ACF-46CF-852A-D4D6951A9502}" dt="2026-09-28T17:49:51.451" v="91" actId="22"/>
          <ac:spMkLst>
            <pc:docMk/>
            <pc:sldMk cId="0" sldId="259"/>
            <ac:spMk id="10" creationId="{DA306BBE-7FD5-08E8-4C3F-E194A7CAA627}"/>
          </ac:spMkLst>
        </pc:spChg>
        <pc:picChg chg="add">
          <ac:chgData name="Sinipete, Breana (sini2348@vandals.uidaho.edu)" userId="f688145d-2fb5-4953-9054-1b32162b0f5b" providerId="ADAL" clId="{ABAB2BBD-0ACF-46CF-852A-D4D6951A9502}" dt="2026-09-28T17:49:51.451" v="91" actId="22"/>
          <ac:picMkLst>
            <pc:docMk/>
            <pc:sldMk cId="0" sldId="259"/>
            <ac:picMk id="12" creationId="{F37EB865-2B7C-2C15-FFE9-C68023E099A6}"/>
          </ac:picMkLst>
        </pc:picChg>
      </pc:sldChg>
      <pc:sldChg chg="addSp mod">
        <pc:chgData name="Sinipete, Breana (sini2348@vandals.uidaho.edu)" userId="f688145d-2fb5-4953-9054-1b32162b0f5b" providerId="ADAL" clId="{ABAB2BBD-0ACF-46CF-852A-D4D6951A9502}" dt="2026-09-28T17:48:01.580" v="36" actId="22"/>
        <pc:sldMkLst>
          <pc:docMk/>
          <pc:sldMk cId="0" sldId="260"/>
        </pc:sldMkLst>
        <pc:spChg chg="add">
          <ac:chgData name="Sinipete, Breana (sini2348@vandals.uidaho.edu)" userId="f688145d-2fb5-4953-9054-1b32162b0f5b" providerId="ADAL" clId="{ABAB2BBD-0ACF-46CF-852A-D4D6951A9502}" dt="2026-09-28T17:48:01.580" v="36" actId="22"/>
          <ac:spMkLst>
            <pc:docMk/>
            <pc:sldMk cId="0" sldId="260"/>
            <ac:spMk id="6" creationId="{BB3D6C48-AB37-61B2-8E35-E3E6F711975F}"/>
          </ac:spMkLst>
        </pc:spChg>
        <pc:picChg chg="add">
          <ac:chgData name="Sinipete, Breana (sini2348@vandals.uidaho.edu)" userId="f688145d-2fb5-4953-9054-1b32162b0f5b" providerId="ADAL" clId="{ABAB2BBD-0ACF-46CF-852A-D4D6951A9502}" dt="2026-09-28T17:48:01.580" v="36" actId="22"/>
          <ac:picMkLst>
            <pc:docMk/>
            <pc:sldMk cId="0" sldId="260"/>
            <ac:picMk id="8" creationId="{A85219FA-9E73-25D5-6810-71D7A7FDA99E}"/>
          </ac:picMkLst>
        </pc:picChg>
      </pc:sldChg>
      <pc:sldChg chg="addSp delSp mod">
        <pc:chgData name="Sinipete, Breana (sini2348@vandals.uidaho.edu)" userId="f688145d-2fb5-4953-9054-1b32162b0f5b" providerId="ADAL" clId="{ABAB2BBD-0ACF-46CF-852A-D4D6951A9502}" dt="2026-09-28T17:49:46.056" v="88" actId="22"/>
        <pc:sldMkLst>
          <pc:docMk/>
          <pc:sldMk cId="0" sldId="261"/>
        </pc:sldMkLst>
        <pc:spChg chg="add">
          <ac:chgData name="Sinipete, Breana (sini2348@vandals.uidaho.edu)" userId="f688145d-2fb5-4953-9054-1b32162b0f5b" providerId="ADAL" clId="{ABAB2BBD-0ACF-46CF-852A-D4D6951A9502}" dt="2026-09-28T17:49:46.056" v="88" actId="22"/>
          <ac:spMkLst>
            <pc:docMk/>
            <pc:sldMk cId="0" sldId="261"/>
            <ac:spMk id="10" creationId="{F56FC503-1DC6-446B-6900-80392FB116FA}"/>
          </ac:spMkLst>
        </pc:spChg>
        <pc:picChg chg="add">
          <ac:chgData name="Sinipete, Breana (sini2348@vandals.uidaho.edu)" userId="f688145d-2fb5-4953-9054-1b32162b0f5b" providerId="ADAL" clId="{ABAB2BBD-0ACF-46CF-852A-D4D6951A9502}" dt="2026-09-28T17:49:46.056" v="88" actId="22"/>
          <ac:picMkLst>
            <pc:docMk/>
            <pc:sldMk cId="0" sldId="261"/>
            <ac:picMk id="12" creationId="{175A4632-1173-D424-354B-891E95AE4F71}"/>
          </ac:picMkLst>
        </pc:picChg>
      </pc:sldChg>
      <pc:sldChg chg="addSp delSp mod">
        <pc:chgData name="Sinipete, Breana (sini2348@vandals.uidaho.edu)" userId="f688145d-2fb5-4953-9054-1b32162b0f5b" providerId="ADAL" clId="{ABAB2BBD-0ACF-46CF-852A-D4D6951A9502}" dt="2026-09-28T17:49:41.967" v="85" actId="22"/>
        <pc:sldMkLst>
          <pc:docMk/>
          <pc:sldMk cId="0" sldId="262"/>
        </pc:sldMkLst>
        <pc:spChg chg="add">
          <ac:chgData name="Sinipete, Breana (sini2348@vandals.uidaho.edu)" userId="f688145d-2fb5-4953-9054-1b32162b0f5b" providerId="ADAL" clId="{ABAB2BBD-0ACF-46CF-852A-D4D6951A9502}" dt="2026-09-28T17:49:41.967" v="85" actId="22"/>
          <ac:spMkLst>
            <pc:docMk/>
            <pc:sldMk cId="0" sldId="262"/>
            <ac:spMk id="10" creationId="{8DABD1C9-49F1-9F23-BD57-EEEB4B2DC731}"/>
          </ac:spMkLst>
        </pc:spChg>
        <pc:picChg chg="add">
          <ac:chgData name="Sinipete, Breana (sini2348@vandals.uidaho.edu)" userId="f688145d-2fb5-4953-9054-1b32162b0f5b" providerId="ADAL" clId="{ABAB2BBD-0ACF-46CF-852A-D4D6951A9502}" dt="2026-09-28T17:49:41.967" v="85" actId="22"/>
          <ac:picMkLst>
            <pc:docMk/>
            <pc:sldMk cId="0" sldId="262"/>
            <ac:picMk id="12" creationId="{5790508C-5879-9768-4E9E-D244165B1A80}"/>
          </ac:picMkLst>
        </pc:picChg>
      </pc:sldChg>
      <pc:sldChg chg="addSp delSp mod">
        <pc:chgData name="Sinipete, Breana (sini2348@vandals.uidaho.edu)" userId="f688145d-2fb5-4953-9054-1b32162b0f5b" providerId="ADAL" clId="{ABAB2BBD-0ACF-46CF-852A-D4D6951A9502}" dt="2026-09-28T17:49:38.940" v="82" actId="22"/>
        <pc:sldMkLst>
          <pc:docMk/>
          <pc:sldMk cId="0" sldId="263"/>
        </pc:sldMkLst>
        <pc:spChg chg="add">
          <ac:chgData name="Sinipete, Breana (sini2348@vandals.uidaho.edu)" userId="f688145d-2fb5-4953-9054-1b32162b0f5b" providerId="ADAL" clId="{ABAB2BBD-0ACF-46CF-852A-D4D6951A9502}" dt="2026-09-28T17:49:38.940" v="82" actId="22"/>
          <ac:spMkLst>
            <pc:docMk/>
            <pc:sldMk cId="0" sldId="263"/>
            <ac:spMk id="10" creationId="{929FBE68-1087-00C6-6A02-03B4F7D28318}"/>
          </ac:spMkLst>
        </pc:spChg>
        <pc:picChg chg="add">
          <ac:chgData name="Sinipete, Breana (sini2348@vandals.uidaho.edu)" userId="f688145d-2fb5-4953-9054-1b32162b0f5b" providerId="ADAL" clId="{ABAB2BBD-0ACF-46CF-852A-D4D6951A9502}" dt="2026-09-28T17:49:38.940" v="82" actId="22"/>
          <ac:picMkLst>
            <pc:docMk/>
            <pc:sldMk cId="0" sldId="263"/>
            <ac:picMk id="12" creationId="{A3820C74-8C93-75D2-1CE8-51B0FEA2CFB5}"/>
          </ac:picMkLst>
        </pc:picChg>
      </pc:sldChg>
      <pc:sldChg chg="addSp delSp mod">
        <pc:chgData name="Sinipete, Breana (sini2348@vandals.uidaho.edu)" userId="f688145d-2fb5-4953-9054-1b32162b0f5b" providerId="ADAL" clId="{ABAB2BBD-0ACF-46CF-852A-D4D6951A9502}" dt="2026-09-28T17:49:33.927" v="79" actId="22"/>
        <pc:sldMkLst>
          <pc:docMk/>
          <pc:sldMk cId="0" sldId="264"/>
        </pc:sldMkLst>
        <pc:spChg chg="add">
          <ac:chgData name="Sinipete, Breana (sini2348@vandals.uidaho.edu)" userId="f688145d-2fb5-4953-9054-1b32162b0f5b" providerId="ADAL" clId="{ABAB2BBD-0ACF-46CF-852A-D4D6951A9502}" dt="2026-09-28T17:49:33.927" v="79" actId="22"/>
          <ac:spMkLst>
            <pc:docMk/>
            <pc:sldMk cId="0" sldId="264"/>
            <ac:spMk id="10" creationId="{75082325-346F-EEB3-6948-913EBFC673F9}"/>
          </ac:spMkLst>
        </pc:spChg>
        <pc:picChg chg="add">
          <ac:chgData name="Sinipete, Breana (sini2348@vandals.uidaho.edu)" userId="f688145d-2fb5-4953-9054-1b32162b0f5b" providerId="ADAL" clId="{ABAB2BBD-0ACF-46CF-852A-D4D6951A9502}" dt="2026-09-28T17:49:33.927" v="79" actId="22"/>
          <ac:picMkLst>
            <pc:docMk/>
            <pc:sldMk cId="0" sldId="264"/>
            <ac:picMk id="12" creationId="{ABDE582E-9882-7E69-F8B2-C0C945EA587D}"/>
          </ac:picMkLst>
        </pc:picChg>
      </pc:sldChg>
      <pc:sldChg chg="addSp mod">
        <pc:chgData name="Sinipete, Breana (sini2348@vandals.uidaho.edu)" userId="f688145d-2fb5-4953-9054-1b32162b0f5b" providerId="ADAL" clId="{ABAB2BBD-0ACF-46CF-852A-D4D6951A9502}" dt="2026-09-28T17:48:09.469" v="41" actId="22"/>
        <pc:sldMkLst>
          <pc:docMk/>
          <pc:sldMk cId="0" sldId="265"/>
        </pc:sldMkLst>
        <pc:spChg chg="add">
          <ac:chgData name="Sinipete, Breana (sini2348@vandals.uidaho.edu)" userId="f688145d-2fb5-4953-9054-1b32162b0f5b" providerId="ADAL" clId="{ABAB2BBD-0ACF-46CF-852A-D4D6951A9502}" dt="2026-09-28T17:48:09.469" v="41" actId="22"/>
          <ac:spMkLst>
            <pc:docMk/>
            <pc:sldMk cId="0" sldId="265"/>
            <ac:spMk id="6" creationId="{86F3EF3F-82C5-E545-E2B5-131069C896FE}"/>
          </ac:spMkLst>
        </pc:spChg>
        <pc:picChg chg="add">
          <ac:chgData name="Sinipete, Breana (sini2348@vandals.uidaho.edu)" userId="f688145d-2fb5-4953-9054-1b32162b0f5b" providerId="ADAL" clId="{ABAB2BBD-0ACF-46CF-852A-D4D6951A9502}" dt="2026-09-28T17:48:09.469" v="41" actId="22"/>
          <ac:picMkLst>
            <pc:docMk/>
            <pc:sldMk cId="0" sldId="265"/>
            <ac:picMk id="8" creationId="{72688163-67CB-0163-F8A4-AC079778F3EF}"/>
          </ac:picMkLst>
        </pc:picChg>
      </pc:sldChg>
      <pc:sldChg chg="addSp delSp mod">
        <pc:chgData name="Sinipete, Breana (sini2348@vandals.uidaho.edu)" userId="f688145d-2fb5-4953-9054-1b32162b0f5b" providerId="ADAL" clId="{ABAB2BBD-0ACF-46CF-852A-D4D6951A9502}" dt="2026-09-28T17:49:28.412" v="76" actId="22"/>
        <pc:sldMkLst>
          <pc:docMk/>
          <pc:sldMk cId="0" sldId="266"/>
        </pc:sldMkLst>
        <pc:spChg chg="add">
          <ac:chgData name="Sinipete, Breana (sini2348@vandals.uidaho.edu)" userId="f688145d-2fb5-4953-9054-1b32162b0f5b" providerId="ADAL" clId="{ABAB2BBD-0ACF-46CF-852A-D4D6951A9502}" dt="2026-09-28T17:49:28.412" v="76" actId="22"/>
          <ac:spMkLst>
            <pc:docMk/>
            <pc:sldMk cId="0" sldId="266"/>
            <ac:spMk id="10" creationId="{200B1357-4987-0A25-1320-11A0E720D0B1}"/>
          </ac:spMkLst>
        </pc:spChg>
        <pc:picChg chg="add">
          <ac:chgData name="Sinipete, Breana (sini2348@vandals.uidaho.edu)" userId="f688145d-2fb5-4953-9054-1b32162b0f5b" providerId="ADAL" clId="{ABAB2BBD-0ACF-46CF-852A-D4D6951A9502}" dt="2026-09-28T17:49:28.412" v="76" actId="22"/>
          <ac:picMkLst>
            <pc:docMk/>
            <pc:sldMk cId="0" sldId="266"/>
            <ac:picMk id="12" creationId="{0103E405-7854-AB67-7CAB-075EDD6173DF}"/>
          </ac:picMkLst>
        </pc:picChg>
      </pc:sldChg>
      <pc:sldChg chg="addSp delSp mod">
        <pc:chgData name="Sinipete, Breana (sini2348@vandals.uidaho.edu)" userId="f688145d-2fb5-4953-9054-1b32162b0f5b" providerId="ADAL" clId="{ABAB2BBD-0ACF-46CF-852A-D4D6951A9502}" dt="2026-09-28T17:49:22.540" v="73" actId="22"/>
        <pc:sldMkLst>
          <pc:docMk/>
          <pc:sldMk cId="0" sldId="267"/>
        </pc:sldMkLst>
        <pc:spChg chg="add">
          <ac:chgData name="Sinipete, Breana (sini2348@vandals.uidaho.edu)" userId="f688145d-2fb5-4953-9054-1b32162b0f5b" providerId="ADAL" clId="{ABAB2BBD-0ACF-46CF-852A-D4D6951A9502}" dt="2026-09-28T17:49:22.540" v="73" actId="22"/>
          <ac:spMkLst>
            <pc:docMk/>
            <pc:sldMk cId="0" sldId="267"/>
            <ac:spMk id="10" creationId="{9A661C9D-16E1-F7AC-CB1F-BADF55B8E4A2}"/>
          </ac:spMkLst>
        </pc:spChg>
        <pc:picChg chg="add">
          <ac:chgData name="Sinipete, Breana (sini2348@vandals.uidaho.edu)" userId="f688145d-2fb5-4953-9054-1b32162b0f5b" providerId="ADAL" clId="{ABAB2BBD-0ACF-46CF-852A-D4D6951A9502}" dt="2026-09-28T17:49:22.540" v="73" actId="22"/>
          <ac:picMkLst>
            <pc:docMk/>
            <pc:sldMk cId="0" sldId="267"/>
            <ac:picMk id="12" creationId="{EA7EACAE-E355-898E-EB1D-7560E8A4AA3D}"/>
          </ac:picMkLst>
        </pc:picChg>
      </pc:sldChg>
      <pc:sldChg chg="addSp delSp mod">
        <pc:chgData name="Sinipete, Breana (sini2348@vandals.uidaho.edu)" userId="f688145d-2fb5-4953-9054-1b32162b0f5b" providerId="ADAL" clId="{ABAB2BBD-0ACF-46CF-852A-D4D6951A9502}" dt="2026-09-28T17:49:18.937" v="70" actId="22"/>
        <pc:sldMkLst>
          <pc:docMk/>
          <pc:sldMk cId="0" sldId="268"/>
        </pc:sldMkLst>
        <pc:spChg chg="add">
          <ac:chgData name="Sinipete, Breana (sini2348@vandals.uidaho.edu)" userId="f688145d-2fb5-4953-9054-1b32162b0f5b" providerId="ADAL" clId="{ABAB2BBD-0ACF-46CF-852A-D4D6951A9502}" dt="2026-09-28T17:49:18.937" v="70" actId="22"/>
          <ac:spMkLst>
            <pc:docMk/>
            <pc:sldMk cId="0" sldId="268"/>
            <ac:spMk id="10" creationId="{00FF60CC-15FF-C35C-5C6D-7194A8DE4C4D}"/>
          </ac:spMkLst>
        </pc:spChg>
        <pc:picChg chg="add">
          <ac:chgData name="Sinipete, Breana (sini2348@vandals.uidaho.edu)" userId="f688145d-2fb5-4953-9054-1b32162b0f5b" providerId="ADAL" clId="{ABAB2BBD-0ACF-46CF-852A-D4D6951A9502}" dt="2026-09-28T17:49:18.937" v="70" actId="22"/>
          <ac:picMkLst>
            <pc:docMk/>
            <pc:sldMk cId="0" sldId="268"/>
            <ac:picMk id="12" creationId="{EE2CE188-15D7-3497-613B-2079D5A95281}"/>
          </ac:picMkLst>
        </pc:picChg>
      </pc:sldChg>
      <pc:sldChg chg="addSp mod">
        <pc:chgData name="Sinipete, Breana (sini2348@vandals.uidaho.edu)" userId="f688145d-2fb5-4953-9054-1b32162b0f5b" providerId="ADAL" clId="{ABAB2BBD-0ACF-46CF-852A-D4D6951A9502}" dt="2026-09-28T17:48:17.224" v="45" actId="22"/>
        <pc:sldMkLst>
          <pc:docMk/>
          <pc:sldMk cId="0" sldId="269"/>
        </pc:sldMkLst>
        <pc:spChg chg="add">
          <ac:chgData name="Sinipete, Breana (sini2348@vandals.uidaho.edu)" userId="f688145d-2fb5-4953-9054-1b32162b0f5b" providerId="ADAL" clId="{ABAB2BBD-0ACF-46CF-852A-D4D6951A9502}" dt="2026-09-28T17:48:17.224" v="45" actId="22"/>
          <ac:spMkLst>
            <pc:docMk/>
            <pc:sldMk cId="0" sldId="269"/>
            <ac:spMk id="6" creationId="{D268E3C2-585A-475F-A359-55EA4D597EE7}"/>
          </ac:spMkLst>
        </pc:spChg>
        <pc:picChg chg="add">
          <ac:chgData name="Sinipete, Breana (sini2348@vandals.uidaho.edu)" userId="f688145d-2fb5-4953-9054-1b32162b0f5b" providerId="ADAL" clId="{ABAB2BBD-0ACF-46CF-852A-D4D6951A9502}" dt="2026-09-28T17:48:17.224" v="45" actId="22"/>
          <ac:picMkLst>
            <pc:docMk/>
            <pc:sldMk cId="0" sldId="269"/>
            <ac:picMk id="8" creationId="{91590CB5-C5A1-EBF5-5655-43B4086B7B5F}"/>
          </ac:picMkLst>
        </pc:picChg>
      </pc:sldChg>
      <pc:sldChg chg="addSp modSp mod">
        <pc:chgData name="Sinipete, Breana (sini2348@vandals.uidaho.edu)" userId="f688145d-2fb5-4953-9054-1b32162b0f5b" providerId="ADAL" clId="{ABAB2BBD-0ACF-46CF-852A-D4D6951A9502}" dt="2026-09-30T03:50:45.588" v="104" actId="20577"/>
        <pc:sldMkLst>
          <pc:docMk/>
          <pc:sldMk cId="0" sldId="270"/>
        </pc:sldMkLst>
        <pc:spChg chg="mod">
          <ac:chgData name="Sinipete, Breana (sini2348@vandals.uidaho.edu)" userId="f688145d-2fb5-4953-9054-1b32162b0f5b" providerId="ADAL" clId="{ABAB2BBD-0ACF-46CF-852A-D4D6951A9502}" dt="2026-09-30T03:50:45.588" v="104" actId="20577"/>
          <ac:spMkLst>
            <pc:docMk/>
            <pc:sldMk cId="0" sldId="270"/>
            <ac:spMk id="4" creationId="{CE7EBCDC-6CB9-89C8-439E-27E268DE4248}"/>
          </ac:spMkLst>
        </pc:spChg>
        <pc:spChg chg="add">
          <ac:chgData name="Sinipete, Breana (sini2348@vandals.uidaho.edu)" userId="f688145d-2fb5-4953-9054-1b32162b0f5b" providerId="ADAL" clId="{ABAB2BBD-0ACF-46CF-852A-D4D6951A9502}" dt="2026-09-28T17:48:18.263" v="46" actId="22"/>
          <ac:spMkLst>
            <pc:docMk/>
            <pc:sldMk cId="0" sldId="270"/>
            <ac:spMk id="6" creationId="{D6DA5847-51B4-1B08-A926-0E3885F9BEBA}"/>
          </ac:spMkLst>
        </pc:spChg>
        <pc:picChg chg="add">
          <ac:chgData name="Sinipete, Breana (sini2348@vandals.uidaho.edu)" userId="f688145d-2fb5-4953-9054-1b32162b0f5b" providerId="ADAL" clId="{ABAB2BBD-0ACF-46CF-852A-D4D6951A9502}" dt="2026-09-28T17:48:18.263" v="46" actId="22"/>
          <ac:picMkLst>
            <pc:docMk/>
            <pc:sldMk cId="0" sldId="270"/>
            <ac:picMk id="8" creationId="{E49EAF8E-03FE-7696-78A8-F488C3DF273F}"/>
          </ac:picMkLst>
        </pc:picChg>
      </pc:sldChg>
      <pc:sldChg chg="addSp delSp modSp mod modNotesTx">
        <pc:chgData name="Sinipete, Breana (sini2348@vandals.uidaho.edu)" userId="f688145d-2fb5-4953-9054-1b32162b0f5b" providerId="ADAL" clId="{ABAB2BBD-0ACF-46CF-852A-D4D6951A9502}" dt="2026-10-01T00:18:29.970" v="343" actId="20577"/>
        <pc:sldMkLst>
          <pc:docMk/>
          <pc:sldMk cId="0" sldId="271"/>
        </pc:sldMkLst>
        <pc:spChg chg="mod">
          <ac:chgData name="Sinipete, Breana (sini2348@vandals.uidaho.edu)" userId="f688145d-2fb5-4953-9054-1b32162b0f5b" providerId="ADAL" clId="{ABAB2BBD-0ACF-46CF-852A-D4D6951A9502}" dt="2026-09-30T03:50:54.622" v="114" actId="20577"/>
          <ac:spMkLst>
            <pc:docMk/>
            <pc:sldMk cId="0" sldId="271"/>
            <ac:spMk id="4" creationId="{B9E77CCD-01D5-3173-CE1D-C596F857DDE3}"/>
          </ac:spMkLst>
        </pc:spChg>
        <pc:spChg chg="add">
          <ac:chgData name="Sinipete, Breana (sini2348@vandals.uidaho.edu)" userId="f688145d-2fb5-4953-9054-1b32162b0f5b" providerId="ADAL" clId="{ABAB2BBD-0ACF-46CF-852A-D4D6951A9502}" dt="2026-09-28T17:49:11.013" v="67" actId="22"/>
          <ac:spMkLst>
            <pc:docMk/>
            <pc:sldMk cId="0" sldId="271"/>
            <ac:spMk id="10" creationId="{E3D2CBB7-E7BA-8659-453F-0684B0090757}"/>
          </ac:spMkLst>
        </pc:spChg>
        <pc:picChg chg="add">
          <ac:chgData name="Sinipete, Breana (sini2348@vandals.uidaho.edu)" userId="f688145d-2fb5-4953-9054-1b32162b0f5b" providerId="ADAL" clId="{ABAB2BBD-0ACF-46CF-852A-D4D6951A9502}" dt="2026-09-28T17:49:11.013" v="67" actId="22"/>
          <ac:picMkLst>
            <pc:docMk/>
            <pc:sldMk cId="0" sldId="271"/>
            <ac:picMk id="12" creationId="{FB5B6156-B89B-E57A-E498-C77820686140}"/>
          </ac:picMkLst>
        </pc:picChg>
      </pc:sldChg>
      <pc:sldChg chg="addSp delSp modSp mod modNotesTx">
        <pc:chgData name="Sinipete, Breana (sini2348@vandals.uidaho.edu)" userId="f688145d-2fb5-4953-9054-1b32162b0f5b" providerId="ADAL" clId="{ABAB2BBD-0ACF-46CF-852A-D4D6951A9502}" dt="2026-10-01T01:17:04.779" v="659" actId="20577"/>
        <pc:sldMkLst>
          <pc:docMk/>
          <pc:sldMk cId="0" sldId="272"/>
        </pc:sldMkLst>
        <pc:spChg chg="mod">
          <ac:chgData name="Sinipete, Breana (sini2348@vandals.uidaho.edu)" userId="f688145d-2fb5-4953-9054-1b32162b0f5b" providerId="ADAL" clId="{ABAB2BBD-0ACF-46CF-852A-D4D6951A9502}" dt="2026-09-30T03:50:59.370" v="124" actId="20577"/>
          <ac:spMkLst>
            <pc:docMk/>
            <pc:sldMk cId="0" sldId="272"/>
            <ac:spMk id="4" creationId="{E8BBAABA-48C2-1EF9-E906-14A047EEA152}"/>
          </ac:spMkLst>
        </pc:spChg>
        <pc:spChg chg="add">
          <ac:chgData name="Sinipete, Breana (sini2348@vandals.uidaho.edu)" userId="f688145d-2fb5-4953-9054-1b32162b0f5b" providerId="ADAL" clId="{ABAB2BBD-0ACF-46CF-852A-D4D6951A9502}" dt="2026-09-28T17:49:07.412" v="64" actId="22"/>
          <ac:spMkLst>
            <pc:docMk/>
            <pc:sldMk cId="0" sldId="272"/>
            <ac:spMk id="12" creationId="{237F02DA-F357-5B81-8A95-5E5E8C468BB3}"/>
          </ac:spMkLst>
        </pc:spChg>
        <pc:picChg chg="add">
          <ac:chgData name="Sinipete, Breana (sini2348@vandals.uidaho.edu)" userId="f688145d-2fb5-4953-9054-1b32162b0f5b" providerId="ADAL" clId="{ABAB2BBD-0ACF-46CF-852A-D4D6951A9502}" dt="2026-09-28T17:49:07.412" v="64" actId="22"/>
          <ac:picMkLst>
            <pc:docMk/>
            <pc:sldMk cId="0" sldId="272"/>
            <ac:picMk id="14" creationId="{A5D25E2F-F667-C1E0-D2C5-8998125FB539}"/>
          </ac:picMkLst>
        </pc:picChg>
      </pc:sldChg>
      <pc:sldChg chg="addSp delSp modSp mod modNotesTx">
        <pc:chgData name="Sinipete, Breana (sini2348@vandals.uidaho.edu)" userId="f688145d-2fb5-4953-9054-1b32162b0f5b" providerId="ADAL" clId="{ABAB2BBD-0ACF-46CF-852A-D4D6951A9502}" dt="2026-10-01T01:19:15.097" v="781" actId="20577"/>
        <pc:sldMkLst>
          <pc:docMk/>
          <pc:sldMk cId="0" sldId="273"/>
        </pc:sldMkLst>
        <pc:spChg chg="mod">
          <ac:chgData name="Sinipete, Breana (sini2348@vandals.uidaho.edu)" userId="f688145d-2fb5-4953-9054-1b32162b0f5b" providerId="ADAL" clId="{ABAB2BBD-0ACF-46CF-852A-D4D6951A9502}" dt="2026-09-28T17:49:00.281" v="61" actId="1076"/>
          <ac:spMkLst>
            <pc:docMk/>
            <pc:sldMk cId="0" sldId="273"/>
            <ac:spMk id="2" creationId="{00000000-0000-0000-0000-000000000000}"/>
          </ac:spMkLst>
        </pc:spChg>
        <pc:spChg chg="mod">
          <ac:chgData name="Sinipete, Breana (sini2348@vandals.uidaho.edu)" userId="f688145d-2fb5-4953-9054-1b32162b0f5b" providerId="ADAL" clId="{ABAB2BBD-0ACF-46CF-852A-D4D6951A9502}" dt="2026-09-30T03:51:06.926" v="134" actId="20577"/>
          <ac:spMkLst>
            <pc:docMk/>
            <pc:sldMk cId="0" sldId="273"/>
            <ac:spMk id="4" creationId="{1578DF1C-6BB3-8159-D067-430151BCD693}"/>
          </ac:spMkLst>
        </pc:spChg>
        <pc:spChg chg="add mod ord">
          <ac:chgData name="Sinipete, Breana (sini2348@vandals.uidaho.edu)" userId="f688145d-2fb5-4953-9054-1b32162b0f5b" providerId="ADAL" clId="{ABAB2BBD-0ACF-46CF-852A-D4D6951A9502}" dt="2026-09-28T17:48:41.760" v="54" actId="167"/>
          <ac:spMkLst>
            <pc:docMk/>
            <pc:sldMk cId="0" sldId="273"/>
            <ac:spMk id="6" creationId="{0E3606F1-9C52-1899-58DF-6619FC01F96C}"/>
          </ac:spMkLst>
        </pc:spChg>
        <pc:picChg chg="add ord">
          <ac:chgData name="Sinipete, Breana (sini2348@vandals.uidaho.edu)" userId="f688145d-2fb5-4953-9054-1b32162b0f5b" providerId="ADAL" clId="{ABAB2BBD-0ACF-46CF-852A-D4D6951A9502}" dt="2026-09-28T17:48:33.756" v="52" actId="167"/>
          <ac:picMkLst>
            <pc:docMk/>
            <pc:sldMk cId="0" sldId="273"/>
            <ac:picMk id="8" creationId="{BC9EDD72-2C5D-F5FC-2962-49CC97989A70}"/>
          </ac:picMkLst>
        </pc:picChg>
      </pc:sldChg>
      <pc:sldChg chg="addSp modSp mod modNotesTx">
        <pc:chgData name="Sinipete, Breana (sini2348@vandals.uidaho.edu)" userId="f688145d-2fb5-4953-9054-1b32162b0f5b" providerId="ADAL" clId="{ABAB2BBD-0ACF-46CF-852A-D4D6951A9502}" dt="2026-10-01T00:21:48.808" v="504" actId="20577"/>
        <pc:sldMkLst>
          <pc:docMk/>
          <pc:sldMk cId="0" sldId="274"/>
        </pc:sldMkLst>
        <pc:spChg chg="mod">
          <ac:chgData name="Sinipete, Breana (sini2348@vandals.uidaho.edu)" userId="f688145d-2fb5-4953-9054-1b32162b0f5b" providerId="ADAL" clId="{ABAB2BBD-0ACF-46CF-852A-D4D6951A9502}" dt="2026-09-30T03:51:15.021" v="144" actId="20577"/>
          <ac:spMkLst>
            <pc:docMk/>
            <pc:sldMk cId="0" sldId="274"/>
            <ac:spMk id="4" creationId="{B321FBA7-BAE9-0ED2-E430-E2D2E79CAB55}"/>
          </ac:spMkLst>
        </pc:spChg>
        <pc:spChg chg="add">
          <ac:chgData name="Sinipete, Breana (sini2348@vandals.uidaho.edu)" userId="f688145d-2fb5-4953-9054-1b32162b0f5b" providerId="ADAL" clId="{ABAB2BBD-0ACF-46CF-852A-D4D6951A9502}" dt="2026-09-28T17:48:23.382" v="50" actId="22"/>
          <ac:spMkLst>
            <pc:docMk/>
            <pc:sldMk cId="0" sldId="274"/>
            <ac:spMk id="6" creationId="{16654FE2-2764-21E9-22A6-063D83222C69}"/>
          </ac:spMkLst>
        </pc:spChg>
        <pc:picChg chg="add">
          <ac:chgData name="Sinipete, Breana (sini2348@vandals.uidaho.edu)" userId="f688145d-2fb5-4953-9054-1b32162b0f5b" providerId="ADAL" clId="{ABAB2BBD-0ACF-46CF-852A-D4D6951A9502}" dt="2026-09-28T17:48:23.382" v="50" actId="22"/>
          <ac:picMkLst>
            <pc:docMk/>
            <pc:sldMk cId="0" sldId="274"/>
            <ac:picMk id="8" creationId="{D347B68E-4D07-B112-C513-BC6FEA14383B}"/>
          </ac:picMkLst>
        </pc:picChg>
      </pc:sldChg>
      <pc:sldChg chg="addSp mod">
        <pc:chgData name="Sinipete, Breana (sini2348@vandals.uidaho.edu)" userId="f688145d-2fb5-4953-9054-1b32162b0f5b" providerId="ADAL" clId="{ABAB2BBD-0ACF-46CF-852A-D4D6951A9502}" dt="2026-09-28T17:48:24.622" v="51" actId="22"/>
        <pc:sldMkLst>
          <pc:docMk/>
          <pc:sldMk cId="0" sldId="275"/>
        </pc:sldMkLst>
        <pc:spChg chg="add">
          <ac:chgData name="Sinipete, Breana (sini2348@vandals.uidaho.edu)" userId="f688145d-2fb5-4953-9054-1b32162b0f5b" providerId="ADAL" clId="{ABAB2BBD-0ACF-46CF-852A-D4D6951A9502}" dt="2026-09-28T17:48:24.622" v="51" actId="22"/>
          <ac:spMkLst>
            <pc:docMk/>
            <pc:sldMk cId="0" sldId="275"/>
            <ac:spMk id="6" creationId="{C59C3677-5E4D-CAD2-AF05-75654B7D7A30}"/>
          </ac:spMkLst>
        </pc:spChg>
        <pc:picChg chg="add">
          <ac:chgData name="Sinipete, Breana (sini2348@vandals.uidaho.edu)" userId="f688145d-2fb5-4953-9054-1b32162b0f5b" providerId="ADAL" clId="{ABAB2BBD-0ACF-46CF-852A-D4D6951A9502}" dt="2026-09-28T17:48:24.622" v="51" actId="22"/>
          <ac:picMkLst>
            <pc:docMk/>
            <pc:sldMk cId="0" sldId="275"/>
            <ac:picMk id="8" creationId="{326966F9-4B73-D9C1-7EF0-B1EA76879310}"/>
          </ac:picMkLst>
        </pc:picChg>
      </pc:sldChg>
      <pc:sldChg chg="modSp add mod ord">
        <pc:chgData name="Sinipete, Breana (sini2348@vandals.uidaho.edu)" userId="f688145d-2fb5-4953-9054-1b32162b0f5b" providerId="ADAL" clId="{ABAB2BBD-0ACF-46CF-852A-D4D6951A9502}" dt="2026-10-01T01:57:16.589" v="797" actId="20577"/>
        <pc:sldMkLst>
          <pc:docMk/>
          <pc:sldMk cId="2566520092" sldId="284"/>
        </pc:sldMkLst>
        <pc:graphicFrameChg chg="mod modGraphic">
          <ac:chgData name="Sinipete, Breana (sini2348@vandals.uidaho.edu)" userId="f688145d-2fb5-4953-9054-1b32162b0f5b" providerId="ADAL" clId="{ABAB2BBD-0ACF-46CF-852A-D4D6951A9502}" dt="2026-10-01T01:54:53.769" v="795" actId="20577"/>
          <ac:graphicFrameMkLst>
            <pc:docMk/>
            <pc:sldMk cId="2566520092" sldId="284"/>
            <ac:graphicFrameMk id="13" creationId="{CCC42E46-3155-4D04-9AA0-33E92769C47C}"/>
          </ac:graphicFrameMkLst>
        </pc:graphicFrameChg>
        <pc:graphicFrameChg chg="mod modGraphic">
          <ac:chgData name="Sinipete, Breana (sini2348@vandals.uidaho.edu)" userId="f688145d-2fb5-4953-9054-1b32162b0f5b" providerId="ADAL" clId="{ABAB2BBD-0ACF-46CF-852A-D4D6951A9502}" dt="2026-10-01T01:57:16.589" v="797" actId="20577"/>
          <ac:graphicFrameMkLst>
            <pc:docMk/>
            <pc:sldMk cId="2566520092" sldId="284"/>
            <ac:graphicFrameMk id="14" creationId="{DAC27A2E-7B09-DE12-C7A6-0CD8FE370F10}"/>
          </ac:graphicFrameMkLst>
        </pc:graphicFrameChg>
      </pc:sldChg>
    </pc:docChg>
  </pc:docChgLst>
  <pc:docChgLst>
    <pc:chgData name="Yaw, Adam (yaw8714@vandals.uidaho.edu)" userId="S::yaw8714@vandals.uidaho.edu::c945cb4c-6a77-4408-8807-a22ae6ea5937" providerId="AD" clId="Web-{B15A361E-D2FE-A477-961A-2AF00A769CA6}"/>
    <pc:docChg chg="modSld">
      <pc:chgData name="Yaw, Adam (yaw8714@vandals.uidaho.edu)" userId="S::yaw8714@vandals.uidaho.edu::c945cb4c-6a77-4408-8807-a22ae6ea5937" providerId="AD" clId="Web-{B15A361E-D2FE-A477-961A-2AF00A769CA6}" dt="2026-10-01T01:54:59.408" v="128"/>
      <pc:docMkLst>
        <pc:docMk/>
      </pc:docMkLst>
      <pc:sldChg chg="modSp">
        <pc:chgData name="Yaw, Adam (yaw8714@vandals.uidaho.edu)" userId="S::yaw8714@vandals.uidaho.edu::c945cb4c-6a77-4408-8807-a22ae6ea5937" providerId="AD" clId="Web-{B15A361E-D2FE-A477-961A-2AF00A769CA6}" dt="2026-10-01T01:20:24.825" v="9" actId="1076"/>
        <pc:sldMkLst>
          <pc:docMk/>
          <pc:sldMk cId="0" sldId="276"/>
        </pc:sldMkLst>
        <pc:spChg chg="mod">
          <ac:chgData name="Yaw, Adam (yaw8714@vandals.uidaho.edu)" userId="S::yaw8714@vandals.uidaho.edu::c945cb4c-6a77-4408-8807-a22ae6ea5937" providerId="AD" clId="Web-{B15A361E-D2FE-A477-961A-2AF00A769CA6}" dt="2026-10-01T01:20:24.825" v="9" actId="1076"/>
          <ac:spMkLst>
            <pc:docMk/>
            <pc:sldMk cId="0" sldId="276"/>
            <ac:spMk id="4" creationId="{89342F89-B3A0-CC6D-D2DE-E4B1BFD07D8C}"/>
          </ac:spMkLst>
        </pc:spChg>
      </pc:sldChg>
      <pc:sldChg chg="addSp delSp modSp">
        <pc:chgData name="Yaw, Adam (yaw8714@vandals.uidaho.edu)" userId="S::yaw8714@vandals.uidaho.edu::c945cb4c-6a77-4408-8807-a22ae6ea5937" providerId="AD" clId="Web-{B15A361E-D2FE-A477-961A-2AF00A769CA6}" dt="2026-10-01T01:54:59.408" v="128"/>
        <pc:sldMkLst>
          <pc:docMk/>
          <pc:sldMk cId="2566520092" sldId="284"/>
        </pc:sldMkLst>
        <pc:spChg chg="add mod">
          <ac:chgData name="Yaw, Adam (yaw8714@vandals.uidaho.edu)" userId="S::yaw8714@vandals.uidaho.edu::c945cb4c-6a77-4408-8807-a22ae6ea5937" providerId="AD" clId="Web-{B15A361E-D2FE-A477-961A-2AF00A769CA6}" dt="2026-10-01T01:54:56.408" v="126"/>
          <ac:spMkLst>
            <pc:docMk/>
            <pc:sldMk cId="2566520092" sldId="284"/>
            <ac:spMk id="3" creationId="{295E090A-26EE-46A2-82C2-E70E540CDF47}"/>
          </ac:spMkLst>
        </pc:spChg>
        <pc:spChg chg="add del mod">
          <ac:chgData name="Yaw, Adam (yaw8714@vandals.uidaho.edu)" userId="S::yaw8714@vandals.uidaho.edu::c945cb4c-6a77-4408-8807-a22ae6ea5937" providerId="AD" clId="Web-{B15A361E-D2FE-A477-961A-2AF00A769CA6}" dt="2026-10-01T01:49:47.125" v="35"/>
          <ac:spMkLst>
            <pc:docMk/>
            <pc:sldMk cId="2566520092" sldId="284"/>
            <ac:spMk id="3" creationId="{53E70BA4-3FE6-4B50-3E04-67904EF740B7}"/>
          </ac:spMkLst>
        </pc:spChg>
        <pc:graphicFrameChg chg="mod modGraphic">
          <ac:chgData name="Yaw, Adam (yaw8714@vandals.uidaho.edu)" userId="S::yaw8714@vandals.uidaho.edu::c945cb4c-6a77-4408-8807-a22ae6ea5937" providerId="AD" clId="Web-{B15A361E-D2FE-A477-961A-2AF00A769CA6}" dt="2026-10-01T01:54:32.298" v="122"/>
          <ac:graphicFrameMkLst>
            <pc:docMk/>
            <pc:sldMk cId="2566520092" sldId="284"/>
            <ac:graphicFrameMk id="13" creationId="{CCC42E46-3155-4D04-9AA0-33E92769C47C}"/>
          </ac:graphicFrameMkLst>
        </pc:graphicFrameChg>
        <pc:graphicFrameChg chg="mod modGraphic">
          <ac:chgData name="Yaw, Adam (yaw8714@vandals.uidaho.edu)" userId="S::yaw8714@vandals.uidaho.edu::c945cb4c-6a77-4408-8807-a22ae6ea5937" providerId="AD" clId="Web-{B15A361E-D2FE-A477-961A-2AF00A769CA6}" dt="2026-10-01T01:54:59.408" v="128"/>
          <ac:graphicFrameMkLst>
            <pc:docMk/>
            <pc:sldMk cId="2566520092" sldId="284"/>
            <ac:graphicFrameMk id="14" creationId="{DAC27A2E-7B09-DE12-C7A6-0CD8FE370F10}"/>
          </ac:graphicFrameMkLst>
        </pc:graphicFrameChg>
      </pc:sldChg>
    </pc:docChg>
  </pc:docChgLst>
  <pc:docChgLst>
    <pc:chgData name="Bailey, Christopher (bail6984@vandals.uidaho.edu)" userId="S::bail6984@vandals.uidaho.edu::964264a4-dc50-4db0-bd46-111b8bd241da" providerId="AD" clId="Web-{292E96D0-0AE5-B48C-E556-6575BECD2A04}"/>
    <pc:docChg chg="modSld">
      <pc:chgData name="Bailey, Christopher (bail6984@vandals.uidaho.edu)" userId="S::bail6984@vandals.uidaho.edu::964264a4-dc50-4db0-bd46-111b8bd241da" providerId="AD" clId="Web-{292E96D0-0AE5-B48C-E556-6575BECD2A04}" dt="2026-10-01T15:53:02.521" v="15"/>
      <pc:docMkLst>
        <pc:docMk/>
      </pc:docMkLst>
      <pc:sldChg chg="modSp">
        <pc:chgData name="Bailey, Christopher (bail6984@vandals.uidaho.edu)" userId="S::bail6984@vandals.uidaho.edu::964264a4-dc50-4db0-bd46-111b8bd241da" providerId="AD" clId="Web-{292E96D0-0AE5-B48C-E556-6575BECD2A04}" dt="2026-10-01T15:53:02.521" v="15"/>
        <pc:sldMkLst>
          <pc:docMk/>
          <pc:sldMk cId="2566520092" sldId="284"/>
        </pc:sldMkLst>
        <pc:graphicFrameChg chg="mod modGraphic">
          <ac:chgData name="Bailey, Christopher (bail6984@vandals.uidaho.edu)" userId="S::bail6984@vandals.uidaho.edu::964264a4-dc50-4db0-bd46-111b8bd241da" providerId="AD" clId="Web-{292E96D0-0AE5-B48C-E556-6575BECD2A04}" dt="2026-10-01T15:53:02.521" v="15"/>
          <ac:graphicFrameMkLst>
            <pc:docMk/>
            <pc:sldMk cId="2566520092" sldId="284"/>
            <ac:graphicFrameMk id="14" creationId="{DAC27A2E-7B09-DE12-C7A6-0CD8FE370F10}"/>
          </ac:graphicFrameMkLst>
        </pc:graphicFrameChg>
      </pc:sldChg>
    </pc:docChg>
  </pc:docChgLst>
  <pc:docChgLst>
    <pc:chgData name="Bailey, Christopher (bail6984@vandals.uidaho.edu)" userId="S::bail6984@vandals.uidaho.edu::964264a4-dc50-4db0-bd46-111b8bd241da" providerId="AD" clId="Web-{272D89A6-671D-2B26-851F-0CBD622428E8}"/>
    <pc:docChg chg="modSld">
      <pc:chgData name="Bailey, Christopher (bail6984@vandals.uidaho.edu)" userId="S::bail6984@vandals.uidaho.edu::964264a4-dc50-4db0-bd46-111b8bd241da" providerId="AD" clId="Web-{272D89A6-671D-2B26-851F-0CBD622428E8}" dt="2026-09-29T22:55:54.290" v="43" actId="20577"/>
      <pc:docMkLst>
        <pc:docMk/>
      </pc:docMkLst>
      <pc:sldChg chg="modSp">
        <pc:chgData name="Bailey, Christopher (bail6984@vandals.uidaho.edu)" userId="S::bail6984@vandals.uidaho.edu::964264a4-dc50-4db0-bd46-111b8bd241da" providerId="AD" clId="Web-{272D89A6-671D-2B26-851F-0CBD622428E8}" dt="2026-09-29T22:55:50.540" v="34" actId="20577"/>
        <pc:sldMkLst>
          <pc:docMk/>
          <pc:sldMk cId="0" sldId="258"/>
        </pc:sldMkLst>
        <pc:spChg chg="mod">
          <ac:chgData name="Bailey, Christopher (bail6984@vandals.uidaho.edu)" userId="S::bail6984@vandals.uidaho.edu::964264a4-dc50-4db0-bd46-111b8bd241da" providerId="AD" clId="Web-{272D89A6-671D-2B26-851F-0CBD622428E8}" dt="2026-09-29T22:55:50.540" v="34" actId="20577"/>
          <ac:spMkLst>
            <pc:docMk/>
            <pc:sldMk cId="0" sldId="258"/>
            <ac:spMk id="4" creationId="{FF99BF50-52E8-E92B-7F4B-AFCC51A1B4CF}"/>
          </ac:spMkLst>
        </pc:spChg>
      </pc:sldChg>
      <pc:sldChg chg="modSp">
        <pc:chgData name="Bailey, Christopher (bail6984@vandals.uidaho.edu)" userId="S::bail6984@vandals.uidaho.edu::964264a4-dc50-4db0-bd46-111b8bd241da" providerId="AD" clId="Web-{272D89A6-671D-2B26-851F-0CBD622428E8}" dt="2026-09-29T22:55:54.290" v="43" actId="20577"/>
        <pc:sldMkLst>
          <pc:docMk/>
          <pc:sldMk cId="0" sldId="259"/>
        </pc:sldMkLst>
        <pc:spChg chg="mod">
          <ac:chgData name="Bailey, Christopher (bail6984@vandals.uidaho.edu)" userId="S::bail6984@vandals.uidaho.edu::964264a4-dc50-4db0-bd46-111b8bd241da" providerId="AD" clId="Web-{272D89A6-671D-2B26-851F-0CBD622428E8}" dt="2026-09-29T22:55:54.290" v="43" actId="20577"/>
          <ac:spMkLst>
            <pc:docMk/>
            <pc:sldMk cId="0" sldId="259"/>
            <ac:spMk id="4" creationId="{F2EBC30C-64F5-236C-2607-6084DE55EA1C}"/>
          </ac:spMkLst>
        </pc:spChg>
      </pc:sldChg>
      <pc:sldChg chg="modSp">
        <pc:chgData name="Bailey, Christopher (bail6984@vandals.uidaho.edu)" userId="S::bail6984@vandals.uidaho.edu::964264a4-dc50-4db0-bd46-111b8bd241da" providerId="AD" clId="Web-{272D89A6-671D-2B26-851F-0CBD622428E8}" dt="2026-09-29T17:37:15.120" v="5" actId="20577"/>
        <pc:sldMkLst>
          <pc:docMk/>
          <pc:sldMk cId="0" sldId="260"/>
        </pc:sldMkLst>
        <pc:spChg chg="mod">
          <ac:chgData name="Bailey, Christopher (bail6984@vandals.uidaho.edu)" userId="S::bail6984@vandals.uidaho.edu::964264a4-dc50-4db0-bd46-111b8bd241da" providerId="AD" clId="Web-{272D89A6-671D-2B26-851F-0CBD622428E8}" dt="2026-09-29T17:37:15.120" v="5" actId="20577"/>
          <ac:spMkLst>
            <pc:docMk/>
            <pc:sldMk cId="0" sldId="260"/>
            <ac:spMk id="4" creationId="{F459E5DA-EA39-70B8-44D5-12C31B87C410}"/>
          </ac:spMkLst>
        </pc:spChg>
      </pc:sldChg>
      <pc:sldChg chg="modSp">
        <pc:chgData name="Bailey, Christopher (bail6984@vandals.uidaho.edu)" userId="S::bail6984@vandals.uidaho.edu::964264a4-dc50-4db0-bd46-111b8bd241da" providerId="AD" clId="Web-{272D89A6-671D-2B26-851F-0CBD622428E8}" dt="2026-09-29T17:37:17.979" v="12" actId="20577"/>
        <pc:sldMkLst>
          <pc:docMk/>
          <pc:sldMk cId="0" sldId="261"/>
        </pc:sldMkLst>
        <pc:spChg chg="mod">
          <ac:chgData name="Bailey, Christopher (bail6984@vandals.uidaho.edu)" userId="S::bail6984@vandals.uidaho.edu::964264a4-dc50-4db0-bd46-111b8bd241da" providerId="AD" clId="Web-{272D89A6-671D-2B26-851F-0CBD622428E8}" dt="2026-09-29T17:37:17.979" v="12" actId="20577"/>
          <ac:spMkLst>
            <pc:docMk/>
            <pc:sldMk cId="0" sldId="261"/>
            <ac:spMk id="4" creationId="{3E1DAF4D-2E38-C11B-E911-08CCB8362B47}"/>
          </ac:spMkLst>
        </pc:spChg>
      </pc:sldChg>
      <pc:sldChg chg="modSp">
        <pc:chgData name="Bailey, Christopher (bail6984@vandals.uidaho.edu)" userId="S::bail6984@vandals.uidaho.edu::964264a4-dc50-4db0-bd46-111b8bd241da" providerId="AD" clId="Web-{272D89A6-671D-2B26-851F-0CBD622428E8}" dt="2026-09-29T17:37:22.151" v="21" actId="20577"/>
        <pc:sldMkLst>
          <pc:docMk/>
          <pc:sldMk cId="0" sldId="262"/>
        </pc:sldMkLst>
        <pc:spChg chg="mod">
          <ac:chgData name="Bailey, Christopher (bail6984@vandals.uidaho.edu)" userId="S::bail6984@vandals.uidaho.edu::964264a4-dc50-4db0-bd46-111b8bd241da" providerId="AD" clId="Web-{272D89A6-671D-2B26-851F-0CBD622428E8}" dt="2026-09-29T17:37:22.151" v="21" actId="20577"/>
          <ac:spMkLst>
            <pc:docMk/>
            <pc:sldMk cId="0" sldId="262"/>
            <ac:spMk id="4" creationId="{621C6E7F-213B-3F90-C7EB-52140BF16FC3}"/>
          </ac:spMkLst>
        </pc:spChg>
      </pc:sldChg>
      <pc:sldChg chg="modSp">
        <pc:chgData name="Bailey, Christopher (bail6984@vandals.uidaho.edu)" userId="S::bail6984@vandals.uidaho.edu::964264a4-dc50-4db0-bd46-111b8bd241da" providerId="AD" clId="Web-{272D89A6-671D-2B26-851F-0CBD622428E8}" dt="2026-09-29T17:37:28.089" v="25" actId="20577"/>
        <pc:sldMkLst>
          <pc:docMk/>
          <pc:sldMk cId="0" sldId="263"/>
        </pc:sldMkLst>
        <pc:spChg chg="mod">
          <ac:chgData name="Bailey, Christopher (bail6984@vandals.uidaho.edu)" userId="S::bail6984@vandals.uidaho.edu::964264a4-dc50-4db0-bd46-111b8bd241da" providerId="AD" clId="Web-{272D89A6-671D-2B26-851F-0CBD622428E8}" dt="2026-09-29T17:37:28.089" v="25" actId="20577"/>
          <ac:spMkLst>
            <pc:docMk/>
            <pc:sldMk cId="0" sldId="263"/>
            <ac:spMk id="4" creationId="{6471AF92-CF1E-B6D5-F0E0-5D4FAE4D1610}"/>
          </ac:spMkLst>
        </pc:spChg>
      </pc:sldChg>
      <pc:sldChg chg="modSp">
        <pc:chgData name="Bailey, Christopher (bail6984@vandals.uidaho.edu)" userId="S::bail6984@vandals.uidaho.edu::964264a4-dc50-4db0-bd46-111b8bd241da" providerId="AD" clId="Web-{272D89A6-671D-2B26-851F-0CBD622428E8}" dt="2026-09-29T17:37:35.339" v="32" actId="20577"/>
        <pc:sldMkLst>
          <pc:docMk/>
          <pc:sldMk cId="0" sldId="264"/>
        </pc:sldMkLst>
        <pc:spChg chg="mod">
          <ac:chgData name="Bailey, Christopher (bail6984@vandals.uidaho.edu)" userId="S::bail6984@vandals.uidaho.edu::964264a4-dc50-4db0-bd46-111b8bd241da" providerId="AD" clId="Web-{272D89A6-671D-2B26-851F-0CBD622428E8}" dt="2026-09-29T17:37:35.339" v="32" actId="20577"/>
          <ac:spMkLst>
            <pc:docMk/>
            <pc:sldMk cId="0" sldId="264"/>
            <ac:spMk id="4" creationId="{543174AB-1E1B-7F8F-8292-E32A42C578AB}"/>
          </ac:spMkLst>
        </pc:spChg>
      </pc:sldChg>
    </pc:docChg>
  </pc:docChgLst>
  <pc:docChgLst>
    <pc:chgData name="Bailey, Christopher (bail6984@vandals.uidaho.edu)" userId="S::bail6984@vandals.uidaho.edu::964264a4-dc50-4db0-bd46-111b8bd241da" providerId="AD" clId="Web-{02EFFA1D-37BD-E3E5-44F2-653BD6BD2BC6}"/>
    <pc:docChg chg="modSld">
      <pc:chgData name="Bailey, Christopher (bail6984@vandals.uidaho.edu)" userId="S::bail6984@vandals.uidaho.edu::964264a4-dc50-4db0-bd46-111b8bd241da" providerId="AD" clId="Web-{02EFFA1D-37BD-E3E5-44F2-653BD6BD2BC6}" dt="2026-10-01T01:55:35.686" v="123"/>
      <pc:docMkLst>
        <pc:docMk/>
      </pc:docMkLst>
      <pc:sldChg chg="modSp">
        <pc:chgData name="Bailey, Christopher (bail6984@vandals.uidaho.edu)" userId="S::bail6984@vandals.uidaho.edu::964264a4-dc50-4db0-bd46-111b8bd241da" providerId="AD" clId="Web-{02EFFA1D-37BD-E3E5-44F2-653BD6BD2BC6}" dt="2026-10-01T01:47:21.531" v="92" actId="1076"/>
        <pc:sldMkLst>
          <pc:docMk/>
          <pc:sldMk cId="0" sldId="258"/>
        </pc:sldMkLst>
        <pc:spChg chg="mod">
          <ac:chgData name="Bailey, Christopher (bail6984@vandals.uidaho.edu)" userId="S::bail6984@vandals.uidaho.edu::964264a4-dc50-4db0-bd46-111b8bd241da" providerId="AD" clId="Web-{02EFFA1D-37BD-E3E5-44F2-653BD6BD2BC6}" dt="2026-10-01T01:47:21.531" v="92" actId="1076"/>
          <ac:spMkLst>
            <pc:docMk/>
            <pc:sldMk cId="0" sldId="258"/>
            <ac:spMk id="4" creationId="{FF99BF50-52E8-E92B-7F4B-AFCC51A1B4CF}"/>
          </ac:spMkLst>
        </pc:spChg>
      </pc:sldChg>
      <pc:sldChg chg="modSp">
        <pc:chgData name="Bailey, Christopher (bail6984@vandals.uidaho.edu)" userId="S::bail6984@vandals.uidaho.edu::964264a4-dc50-4db0-bd46-111b8bd241da" providerId="AD" clId="Web-{02EFFA1D-37BD-E3E5-44F2-653BD6BD2BC6}" dt="2026-10-01T01:47:16.437" v="91" actId="1076"/>
        <pc:sldMkLst>
          <pc:docMk/>
          <pc:sldMk cId="0" sldId="259"/>
        </pc:sldMkLst>
        <pc:spChg chg="mod">
          <ac:chgData name="Bailey, Christopher (bail6984@vandals.uidaho.edu)" userId="S::bail6984@vandals.uidaho.edu::964264a4-dc50-4db0-bd46-111b8bd241da" providerId="AD" clId="Web-{02EFFA1D-37BD-E3E5-44F2-653BD6BD2BC6}" dt="2026-10-01T01:47:16.437" v="91" actId="1076"/>
          <ac:spMkLst>
            <pc:docMk/>
            <pc:sldMk cId="0" sldId="259"/>
            <ac:spMk id="4" creationId="{F2EBC30C-64F5-236C-2607-6084DE55EA1C}"/>
          </ac:spMkLst>
        </pc:spChg>
      </pc:sldChg>
      <pc:sldChg chg="modSp">
        <pc:chgData name="Bailey, Christopher (bail6984@vandals.uidaho.edu)" userId="S::bail6984@vandals.uidaho.edu::964264a4-dc50-4db0-bd46-111b8bd241da" providerId="AD" clId="Web-{02EFFA1D-37BD-E3E5-44F2-653BD6BD2BC6}" dt="2026-10-01T01:47:04.828" v="89" actId="1076"/>
        <pc:sldMkLst>
          <pc:docMk/>
          <pc:sldMk cId="0" sldId="260"/>
        </pc:sldMkLst>
        <pc:spChg chg="mod">
          <ac:chgData name="Bailey, Christopher (bail6984@vandals.uidaho.edu)" userId="S::bail6984@vandals.uidaho.edu::964264a4-dc50-4db0-bd46-111b8bd241da" providerId="AD" clId="Web-{02EFFA1D-37BD-E3E5-44F2-653BD6BD2BC6}" dt="2026-10-01T01:47:04.828" v="89" actId="1076"/>
          <ac:spMkLst>
            <pc:docMk/>
            <pc:sldMk cId="0" sldId="260"/>
            <ac:spMk id="4" creationId="{F459E5DA-EA39-70B8-44D5-12C31B87C410}"/>
          </ac:spMkLst>
        </pc:spChg>
      </pc:sldChg>
      <pc:sldChg chg="modSp">
        <pc:chgData name="Bailey, Christopher (bail6984@vandals.uidaho.edu)" userId="S::bail6984@vandals.uidaho.edu::964264a4-dc50-4db0-bd46-111b8bd241da" providerId="AD" clId="Web-{02EFFA1D-37BD-E3E5-44F2-653BD6BD2BC6}" dt="2026-10-01T01:46:59.281" v="88" actId="1076"/>
        <pc:sldMkLst>
          <pc:docMk/>
          <pc:sldMk cId="0" sldId="261"/>
        </pc:sldMkLst>
        <pc:spChg chg="mod">
          <ac:chgData name="Bailey, Christopher (bail6984@vandals.uidaho.edu)" userId="S::bail6984@vandals.uidaho.edu::964264a4-dc50-4db0-bd46-111b8bd241da" providerId="AD" clId="Web-{02EFFA1D-37BD-E3E5-44F2-653BD6BD2BC6}" dt="2026-10-01T01:46:59.281" v="88" actId="1076"/>
          <ac:spMkLst>
            <pc:docMk/>
            <pc:sldMk cId="0" sldId="261"/>
            <ac:spMk id="4" creationId="{3E1DAF4D-2E38-C11B-E911-08CCB8362B47}"/>
          </ac:spMkLst>
        </pc:spChg>
      </pc:sldChg>
      <pc:sldChg chg="modSp">
        <pc:chgData name="Bailey, Christopher (bail6984@vandals.uidaho.edu)" userId="S::bail6984@vandals.uidaho.edu::964264a4-dc50-4db0-bd46-111b8bd241da" providerId="AD" clId="Web-{02EFFA1D-37BD-E3E5-44F2-653BD6BD2BC6}" dt="2026-10-01T01:46:54.750" v="87" actId="1076"/>
        <pc:sldMkLst>
          <pc:docMk/>
          <pc:sldMk cId="0" sldId="262"/>
        </pc:sldMkLst>
        <pc:spChg chg="mod">
          <ac:chgData name="Bailey, Christopher (bail6984@vandals.uidaho.edu)" userId="S::bail6984@vandals.uidaho.edu::964264a4-dc50-4db0-bd46-111b8bd241da" providerId="AD" clId="Web-{02EFFA1D-37BD-E3E5-44F2-653BD6BD2BC6}" dt="2026-10-01T01:46:54.750" v="87" actId="1076"/>
          <ac:spMkLst>
            <pc:docMk/>
            <pc:sldMk cId="0" sldId="262"/>
            <ac:spMk id="4" creationId="{621C6E7F-213B-3F90-C7EB-52140BF16FC3}"/>
          </ac:spMkLst>
        </pc:spChg>
      </pc:sldChg>
      <pc:sldChg chg="modSp">
        <pc:chgData name="Bailey, Christopher (bail6984@vandals.uidaho.edu)" userId="S::bail6984@vandals.uidaho.edu::964264a4-dc50-4db0-bd46-111b8bd241da" providerId="AD" clId="Web-{02EFFA1D-37BD-E3E5-44F2-653BD6BD2BC6}" dt="2026-10-01T01:46:49.500" v="86" actId="1076"/>
        <pc:sldMkLst>
          <pc:docMk/>
          <pc:sldMk cId="0" sldId="263"/>
        </pc:sldMkLst>
        <pc:spChg chg="mod">
          <ac:chgData name="Bailey, Christopher (bail6984@vandals.uidaho.edu)" userId="S::bail6984@vandals.uidaho.edu::964264a4-dc50-4db0-bd46-111b8bd241da" providerId="AD" clId="Web-{02EFFA1D-37BD-E3E5-44F2-653BD6BD2BC6}" dt="2026-10-01T01:46:49.500" v="86" actId="1076"/>
          <ac:spMkLst>
            <pc:docMk/>
            <pc:sldMk cId="0" sldId="263"/>
            <ac:spMk id="4" creationId="{6471AF92-CF1E-B6D5-F0E0-5D4FAE4D1610}"/>
          </ac:spMkLst>
        </pc:spChg>
      </pc:sldChg>
      <pc:sldChg chg="modSp">
        <pc:chgData name="Bailey, Christopher (bail6984@vandals.uidaho.edu)" userId="S::bail6984@vandals.uidaho.edu::964264a4-dc50-4db0-bd46-111b8bd241da" providerId="AD" clId="Web-{02EFFA1D-37BD-E3E5-44F2-653BD6BD2BC6}" dt="2026-10-01T01:46:45.063" v="85" actId="1076"/>
        <pc:sldMkLst>
          <pc:docMk/>
          <pc:sldMk cId="0" sldId="264"/>
        </pc:sldMkLst>
        <pc:spChg chg="mod">
          <ac:chgData name="Bailey, Christopher (bail6984@vandals.uidaho.edu)" userId="S::bail6984@vandals.uidaho.edu::964264a4-dc50-4db0-bd46-111b8bd241da" providerId="AD" clId="Web-{02EFFA1D-37BD-E3E5-44F2-653BD6BD2BC6}" dt="2026-10-01T01:46:45.063" v="85" actId="1076"/>
          <ac:spMkLst>
            <pc:docMk/>
            <pc:sldMk cId="0" sldId="264"/>
            <ac:spMk id="4" creationId="{543174AB-1E1B-7F8F-8292-E32A42C578AB}"/>
          </ac:spMkLst>
        </pc:spChg>
      </pc:sldChg>
      <pc:sldChg chg="modSp">
        <pc:chgData name="Bailey, Christopher (bail6984@vandals.uidaho.edu)" userId="S::bail6984@vandals.uidaho.edu::964264a4-dc50-4db0-bd46-111b8bd241da" providerId="AD" clId="Web-{02EFFA1D-37BD-E3E5-44F2-653BD6BD2BC6}" dt="2026-10-01T01:46:40.125" v="84" actId="1076"/>
        <pc:sldMkLst>
          <pc:docMk/>
          <pc:sldMk cId="0" sldId="265"/>
        </pc:sldMkLst>
        <pc:spChg chg="mod">
          <ac:chgData name="Bailey, Christopher (bail6984@vandals.uidaho.edu)" userId="S::bail6984@vandals.uidaho.edu::964264a4-dc50-4db0-bd46-111b8bd241da" providerId="AD" clId="Web-{02EFFA1D-37BD-E3E5-44F2-653BD6BD2BC6}" dt="2026-10-01T01:46:40.125" v="84" actId="1076"/>
          <ac:spMkLst>
            <pc:docMk/>
            <pc:sldMk cId="0" sldId="265"/>
            <ac:spMk id="4" creationId="{2E53981C-3F20-A93E-6A64-E005E95CC550}"/>
          </ac:spMkLst>
        </pc:spChg>
      </pc:sldChg>
      <pc:sldChg chg="modSp">
        <pc:chgData name="Bailey, Christopher (bail6984@vandals.uidaho.edu)" userId="S::bail6984@vandals.uidaho.edu::964264a4-dc50-4db0-bd46-111b8bd241da" providerId="AD" clId="Web-{02EFFA1D-37BD-E3E5-44F2-653BD6BD2BC6}" dt="2026-10-01T01:46:35.297" v="83" actId="1076"/>
        <pc:sldMkLst>
          <pc:docMk/>
          <pc:sldMk cId="0" sldId="266"/>
        </pc:sldMkLst>
        <pc:spChg chg="mod">
          <ac:chgData name="Bailey, Christopher (bail6984@vandals.uidaho.edu)" userId="S::bail6984@vandals.uidaho.edu::964264a4-dc50-4db0-bd46-111b8bd241da" providerId="AD" clId="Web-{02EFFA1D-37BD-E3E5-44F2-653BD6BD2BC6}" dt="2026-10-01T01:46:35.297" v="83" actId="1076"/>
          <ac:spMkLst>
            <pc:docMk/>
            <pc:sldMk cId="0" sldId="266"/>
            <ac:spMk id="4" creationId="{C6BA0C31-B1F8-0DAE-26FF-5E04BAB47144}"/>
          </ac:spMkLst>
        </pc:spChg>
      </pc:sldChg>
      <pc:sldChg chg="modSp">
        <pc:chgData name="Bailey, Christopher (bail6984@vandals.uidaho.edu)" userId="S::bail6984@vandals.uidaho.edu::964264a4-dc50-4db0-bd46-111b8bd241da" providerId="AD" clId="Web-{02EFFA1D-37BD-E3E5-44F2-653BD6BD2BC6}" dt="2026-10-01T01:46:29.750" v="82" actId="1076"/>
        <pc:sldMkLst>
          <pc:docMk/>
          <pc:sldMk cId="0" sldId="267"/>
        </pc:sldMkLst>
        <pc:spChg chg="mod">
          <ac:chgData name="Bailey, Christopher (bail6984@vandals.uidaho.edu)" userId="S::bail6984@vandals.uidaho.edu::964264a4-dc50-4db0-bd46-111b8bd241da" providerId="AD" clId="Web-{02EFFA1D-37BD-E3E5-44F2-653BD6BD2BC6}" dt="2026-10-01T01:46:29.750" v="82" actId="1076"/>
          <ac:spMkLst>
            <pc:docMk/>
            <pc:sldMk cId="0" sldId="267"/>
            <ac:spMk id="4" creationId="{B44B65BC-CC6F-6734-6A5C-3AAA518FCD16}"/>
          </ac:spMkLst>
        </pc:spChg>
      </pc:sldChg>
      <pc:sldChg chg="modSp">
        <pc:chgData name="Bailey, Christopher (bail6984@vandals.uidaho.edu)" userId="S::bail6984@vandals.uidaho.edu::964264a4-dc50-4db0-bd46-111b8bd241da" providerId="AD" clId="Web-{02EFFA1D-37BD-E3E5-44F2-653BD6BD2BC6}" dt="2026-10-01T01:46:22.844" v="81" actId="1076"/>
        <pc:sldMkLst>
          <pc:docMk/>
          <pc:sldMk cId="0" sldId="268"/>
        </pc:sldMkLst>
        <pc:spChg chg="mod">
          <ac:chgData name="Bailey, Christopher (bail6984@vandals.uidaho.edu)" userId="S::bail6984@vandals.uidaho.edu::964264a4-dc50-4db0-bd46-111b8bd241da" providerId="AD" clId="Web-{02EFFA1D-37BD-E3E5-44F2-653BD6BD2BC6}" dt="2026-10-01T01:46:22.844" v="81" actId="1076"/>
          <ac:spMkLst>
            <pc:docMk/>
            <pc:sldMk cId="0" sldId="268"/>
            <ac:spMk id="4" creationId="{0DC98FA2-5054-BA38-6458-0FED8B567294}"/>
          </ac:spMkLst>
        </pc:spChg>
      </pc:sldChg>
      <pc:sldChg chg="modSp">
        <pc:chgData name="Bailey, Christopher (bail6984@vandals.uidaho.edu)" userId="S::bail6984@vandals.uidaho.edu::964264a4-dc50-4db0-bd46-111b8bd241da" providerId="AD" clId="Web-{02EFFA1D-37BD-E3E5-44F2-653BD6BD2BC6}" dt="2026-10-01T01:46:17.188" v="80" actId="1076"/>
        <pc:sldMkLst>
          <pc:docMk/>
          <pc:sldMk cId="0" sldId="269"/>
        </pc:sldMkLst>
        <pc:spChg chg="mod">
          <ac:chgData name="Bailey, Christopher (bail6984@vandals.uidaho.edu)" userId="S::bail6984@vandals.uidaho.edu::964264a4-dc50-4db0-bd46-111b8bd241da" providerId="AD" clId="Web-{02EFFA1D-37BD-E3E5-44F2-653BD6BD2BC6}" dt="2026-10-01T01:46:17.188" v="80" actId="1076"/>
          <ac:spMkLst>
            <pc:docMk/>
            <pc:sldMk cId="0" sldId="269"/>
            <ac:spMk id="4" creationId="{163179BA-329C-9EFA-0A66-E5D1D77DCE27}"/>
          </ac:spMkLst>
        </pc:spChg>
      </pc:sldChg>
      <pc:sldChg chg="delSp modSp">
        <pc:chgData name="Bailey, Christopher (bail6984@vandals.uidaho.edu)" userId="S::bail6984@vandals.uidaho.edu::964264a4-dc50-4db0-bd46-111b8bd241da" providerId="AD" clId="Web-{02EFFA1D-37BD-E3E5-44F2-653BD6BD2BC6}" dt="2026-10-01T01:55:35.686" v="123"/>
        <pc:sldMkLst>
          <pc:docMk/>
          <pc:sldMk cId="2566520092" sldId="284"/>
        </pc:sldMkLst>
        <pc:spChg chg="del">
          <ac:chgData name="Bailey, Christopher (bail6984@vandals.uidaho.edu)" userId="S::bail6984@vandals.uidaho.edu::964264a4-dc50-4db0-bd46-111b8bd241da" providerId="AD" clId="Web-{02EFFA1D-37BD-E3E5-44F2-653BD6BD2BC6}" dt="2026-10-01T01:55:35.686" v="123"/>
          <ac:spMkLst>
            <pc:docMk/>
            <pc:sldMk cId="2566520092" sldId="284"/>
            <ac:spMk id="3" creationId="{295E090A-26EE-46A2-82C2-E70E540CDF47}"/>
          </ac:spMkLst>
        </pc:spChg>
        <pc:spChg chg="mod">
          <ac:chgData name="Bailey, Christopher (bail6984@vandals.uidaho.edu)" userId="S::bail6984@vandals.uidaho.edu::964264a4-dc50-4db0-bd46-111b8bd241da" providerId="AD" clId="Web-{02EFFA1D-37BD-E3E5-44F2-653BD6BD2BC6}" dt="2026-10-01T01:47:11.844" v="90" actId="1076"/>
          <ac:spMkLst>
            <pc:docMk/>
            <pc:sldMk cId="2566520092" sldId="284"/>
            <ac:spMk id="15" creationId="{80B48ACE-F942-B792-8EB5-6F379BA38386}"/>
          </ac:spMkLst>
        </pc:spChg>
        <pc:graphicFrameChg chg="mod modGraphic">
          <ac:chgData name="Bailey, Christopher (bail6984@vandals.uidaho.edu)" userId="S::bail6984@vandals.uidaho.edu::964264a4-dc50-4db0-bd46-111b8bd241da" providerId="AD" clId="Web-{02EFFA1D-37BD-E3E5-44F2-653BD6BD2BC6}" dt="2026-10-01T01:54:38.592" v="114"/>
          <ac:graphicFrameMkLst>
            <pc:docMk/>
            <pc:sldMk cId="2566520092" sldId="284"/>
            <ac:graphicFrameMk id="13" creationId="{CCC42E46-3155-4D04-9AA0-33E92769C47C}"/>
          </ac:graphicFrameMkLst>
        </pc:graphicFrameChg>
        <pc:graphicFrameChg chg="mod modGraphic">
          <ac:chgData name="Bailey, Christopher (bail6984@vandals.uidaho.edu)" userId="S::bail6984@vandals.uidaho.edu::964264a4-dc50-4db0-bd46-111b8bd241da" providerId="AD" clId="Web-{02EFFA1D-37BD-E3E5-44F2-653BD6BD2BC6}" dt="2026-10-01T01:55:10.717" v="122"/>
          <ac:graphicFrameMkLst>
            <pc:docMk/>
            <pc:sldMk cId="2566520092" sldId="284"/>
            <ac:graphicFrameMk id="14" creationId="{DAC27A2E-7B09-DE12-C7A6-0CD8FE370F10}"/>
          </ac:graphicFrameMkLst>
        </pc:graphicFrameChg>
      </pc:sldChg>
    </pc:docChg>
  </pc:docChgLst>
  <pc:docChgLst>
    <pc:chgData name="Yaw, Adam (yaw8714@vandals.uidaho.edu)" userId="c945cb4c-6a77-4408-8807-a22ae6ea5937" providerId="ADAL" clId="{EC685FD3-55F0-4666-8D70-D77B64B839B5}"/>
    <pc:docChg chg="undo custSel modSld modMainMaster">
      <pc:chgData name="Yaw, Adam (yaw8714@vandals.uidaho.edu)" userId="c945cb4c-6a77-4408-8807-a22ae6ea5937" providerId="ADAL" clId="{EC685FD3-55F0-4666-8D70-D77B64B839B5}" dt="2026-10-01T02:01:01.487" v="101" actId="20577"/>
      <pc:docMkLst>
        <pc:docMk/>
      </pc:docMkLst>
      <pc:sldChg chg="addSp modSp mod">
        <pc:chgData name="Yaw, Adam (yaw8714@vandals.uidaho.edu)" userId="c945cb4c-6a77-4408-8807-a22ae6ea5937" providerId="ADAL" clId="{EC685FD3-55F0-4666-8D70-D77B64B839B5}" dt="2026-10-01T01:40:19.902" v="46" actId="1076"/>
        <pc:sldMkLst>
          <pc:docMk/>
          <pc:sldMk cId="0" sldId="257"/>
        </pc:sldMkLst>
        <pc:spChg chg="add mod">
          <ac:chgData name="Yaw, Adam (yaw8714@vandals.uidaho.edu)" userId="c945cb4c-6a77-4408-8807-a22ae6ea5937" providerId="ADAL" clId="{EC685FD3-55F0-4666-8D70-D77B64B839B5}" dt="2026-10-01T01:40:19.902" v="46" actId="1076"/>
          <ac:spMkLst>
            <pc:docMk/>
            <pc:sldMk cId="0" sldId="257"/>
            <ac:spMk id="5" creationId="{67BDFE70-6196-AB82-09B4-2F63E9F1363B}"/>
          </ac:spMkLst>
        </pc:spChg>
        <pc:picChg chg="mod">
          <ac:chgData name="Yaw, Adam (yaw8714@vandals.uidaho.edu)" userId="c945cb4c-6a77-4408-8807-a22ae6ea5937" providerId="ADAL" clId="{EC685FD3-55F0-4666-8D70-D77B64B839B5}" dt="2026-10-01T01:39:21.524" v="43" actId="1076"/>
          <ac:picMkLst>
            <pc:docMk/>
            <pc:sldMk cId="0" sldId="257"/>
            <ac:picMk id="7" creationId="{4C8176D1-D671-A71B-82A5-B49971E9E567}"/>
          </ac:picMkLst>
        </pc:picChg>
      </pc:sldChg>
      <pc:sldChg chg="addSp delSp modSp mod">
        <pc:chgData name="Yaw, Adam (yaw8714@vandals.uidaho.edu)" userId="c945cb4c-6a77-4408-8807-a22ae6ea5937" providerId="ADAL" clId="{EC685FD3-55F0-4666-8D70-D77B64B839B5}" dt="2026-10-01T01:40:29.309" v="49" actId="478"/>
        <pc:sldMkLst>
          <pc:docMk/>
          <pc:sldMk cId="0" sldId="258"/>
        </pc:sldMkLst>
        <pc:spChg chg="mod">
          <ac:chgData name="Yaw, Adam (yaw8714@vandals.uidaho.edu)" userId="c945cb4c-6a77-4408-8807-a22ae6ea5937" providerId="ADAL" clId="{EC685FD3-55F0-4666-8D70-D77B64B839B5}" dt="2026-10-01T01:40:13.530" v="44" actId="1076"/>
          <ac:spMkLst>
            <pc:docMk/>
            <pc:sldMk cId="0" sldId="258"/>
            <ac:spMk id="4" creationId="{FF99BF50-52E8-E92B-7F4B-AFCC51A1B4CF}"/>
          </ac:spMkLst>
        </pc:spChg>
      </pc:sldChg>
      <pc:sldChg chg="addSp delSp modSp mod">
        <pc:chgData name="Yaw, Adam (yaw8714@vandals.uidaho.edu)" userId="c945cb4c-6a77-4408-8807-a22ae6ea5937" providerId="ADAL" clId="{EC685FD3-55F0-4666-8D70-D77B64B839B5}" dt="2026-10-01T01:39:09.203" v="39" actId="207"/>
        <pc:sldMkLst>
          <pc:docMk/>
          <pc:sldMk cId="0" sldId="275"/>
        </pc:sldMkLst>
        <pc:spChg chg="add mod">
          <ac:chgData name="Yaw, Adam (yaw8714@vandals.uidaho.edu)" userId="c945cb4c-6a77-4408-8807-a22ae6ea5937" providerId="ADAL" clId="{EC685FD3-55F0-4666-8D70-D77B64B839B5}" dt="2026-10-01T01:39:09.203" v="39" actId="207"/>
          <ac:spMkLst>
            <pc:docMk/>
            <pc:sldMk cId="0" sldId="275"/>
            <ac:spMk id="7" creationId="{F879BE0C-D547-50A1-8633-2199733E317F}"/>
          </ac:spMkLst>
        </pc:spChg>
      </pc:sldChg>
      <pc:sldChg chg="addSp delSp mod">
        <pc:chgData name="Yaw, Adam (yaw8714@vandals.uidaho.edu)" userId="c945cb4c-6a77-4408-8807-a22ae6ea5937" providerId="ADAL" clId="{EC685FD3-55F0-4666-8D70-D77B64B839B5}" dt="2026-10-01T01:39:02.559" v="36" actId="22"/>
        <pc:sldMkLst>
          <pc:docMk/>
          <pc:sldMk cId="0" sldId="276"/>
        </pc:sldMkLst>
        <pc:spChg chg="add">
          <ac:chgData name="Yaw, Adam (yaw8714@vandals.uidaho.edu)" userId="c945cb4c-6a77-4408-8807-a22ae6ea5937" providerId="ADAL" clId="{EC685FD3-55F0-4666-8D70-D77B64B839B5}" dt="2026-10-01T01:39:02.559" v="36" actId="22"/>
          <ac:spMkLst>
            <pc:docMk/>
            <pc:sldMk cId="0" sldId="276"/>
            <ac:spMk id="6" creationId="{AF7BC3C1-8063-7717-772B-9EF5C5E05314}"/>
          </ac:spMkLst>
        </pc:spChg>
      </pc:sldChg>
      <pc:sldChg chg="addSp delSp modSp mod modNotesTx">
        <pc:chgData name="Yaw, Adam (yaw8714@vandals.uidaho.edu)" userId="c945cb4c-6a77-4408-8807-a22ae6ea5937" providerId="ADAL" clId="{EC685FD3-55F0-4666-8D70-D77B64B839B5}" dt="2026-10-01T02:01:01.487" v="101" actId="20577"/>
        <pc:sldMkLst>
          <pc:docMk/>
          <pc:sldMk cId="0" sldId="277"/>
        </pc:sldMkLst>
        <pc:spChg chg="mod">
          <ac:chgData name="Yaw, Adam (yaw8714@vandals.uidaho.edu)" userId="c945cb4c-6a77-4408-8807-a22ae6ea5937" providerId="ADAL" clId="{EC685FD3-55F0-4666-8D70-D77B64B839B5}" dt="2026-10-01T02:00:05.112" v="73" actId="20577"/>
          <ac:spMkLst>
            <pc:docMk/>
            <pc:sldMk cId="0" sldId="277"/>
            <ac:spMk id="3" creationId="{00000000-0000-0000-0000-000000000000}"/>
          </ac:spMkLst>
        </pc:spChg>
        <pc:spChg chg="add">
          <ac:chgData name="Yaw, Adam (yaw8714@vandals.uidaho.edu)" userId="c945cb4c-6a77-4408-8807-a22ae6ea5937" providerId="ADAL" clId="{EC685FD3-55F0-4666-8D70-D77B64B839B5}" dt="2026-10-01T01:38:58.008" v="34" actId="22"/>
          <ac:spMkLst>
            <pc:docMk/>
            <pc:sldMk cId="0" sldId="277"/>
            <ac:spMk id="6" creationId="{3116DCEB-F450-1EEA-5494-5FB05B00247B}"/>
          </ac:spMkLst>
        </pc:spChg>
      </pc:sldChg>
      <pc:sldChg chg="addSp delSp modSp mod">
        <pc:chgData name="Yaw, Adam (yaw8714@vandals.uidaho.edu)" userId="c945cb4c-6a77-4408-8807-a22ae6ea5937" providerId="ADAL" clId="{EC685FD3-55F0-4666-8D70-D77B64B839B5}" dt="2026-10-01T01:38:52.766" v="32" actId="22"/>
        <pc:sldMkLst>
          <pc:docMk/>
          <pc:sldMk cId="0" sldId="278"/>
        </pc:sldMkLst>
        <pc:spChg chg="add">
          <ac:chgData name="Yaw, Adam (yaw8714@vandals.uidaho.edu)" userId="c945cb4c-6a77-4408-8807-a22ae6ea5937" providerId="ADAL" clId="{EC685FD3-55F0-4666-8D70-D77B64B839B5}" dt="2026-10-01T01:38:52.766" v="32" actId="22"/>
          <ac:spMkLst>
            <pc:docMk/>
            <pc:sldMk cId="0" sldId="278"/>
            <ac:spMk id="6" creationId="{22FFA7E4-2C46-014A-8E64-82466673B769}"/>
          </ac:spMkLst>
        </pc:spChg>
      </pc:sldChg>
      <pc:sldChg chg="addSp delSp mod">
        <pc:chgData name="Yaw, Adam (yaw8714@vandals.uidaho.edu)" userId="c945cb4c-6a77-4408-8807-a22ae6ea5937" providerId="ADAL" clId="{EC685FD3-55F0-4666-8D70-D77B64B839B5}" dt="2026-10-01T01:38:46.624" v="28" actId="22"/>
        <pc:sldMkLst>
          <pc:docMk/>
          <pc:sldMk cId="0" sldId="279"/>
        </pc:sldMkLst>
        <pc:spChg chg="add">
          <ac:chgData name="Yaw, Adam (yaw8714@vandals.uidaho.edu)" userId="c945cb4c-6a77-4408-8807-a22ae6ea5937" providerId="ADAL" clId="{EC685FD3-55F0-4666-8D70-D77B64B839B5}" dt="2026-10-01T01:38:46.624" v="28" actId="22"/>
          <ac:spMkLst>
            <pc:docMk/>
            <pc:sldMk cId="0" sldId="279"/>
            <ac:spMk id="6" creationId="{DEBF2E97-4015-2755-0709-C56BF1A504A9}"/>
          </ac:spMkLst>
        </pc:spChg>
      </pc:sldChg>
      <pc:sldChg chg="addSp delSp modSp mod">
        <pc:chgData name="Yaw, Adam (yaw8714@vandals.uidaho.edu)" userId="c945cb4c-6a77-4408-8807-a22ae6ea5937" providerId="ADAL" clId="{EC685FD3-55F0-4666-8D70-D77B64B839B5}" dt="2026-10-01T01:38:43.198" v="26" actId="478"/>
        <pc:sldMkLst>
          <pc:docMk/>
          <pc:sldMk cId="0" sldId="280"/>
        </pc:sldMkLst>
        <pc:spChg chg="add">
          <ac:chgData name="Yaw, Adam (yaw8714@vandals.uidaho.edu)" userId="c945cb4c-6a77-4408-8807-a22ae6ea5937" providerId="ADAL" clId="{EC685FD3-55F0-4666-8D70-D77B64B839B5}" dt="2026-10-01T01:38:37.613" v="22" actId="22"/>
          <ac:spMkLst>
            <pc:docMk/>
            <pc:sldMk cId="0" sldId="280"/>
            <ac:spMk id="6" creationId="{B92709B7-E54E-2D4A-2166-C15659FEA05C}"/>
          </ac:spMkLst>
        </pc:spChg>
      </pc:sldChg>
      <pc:sldChg chg="addSp delSp modSp mod">
        <pc:chgData name="Yaw, Adam (yaw8714@vandals.uidaho.edu)" userId="c945cb4c-6a77-4408-8807-a22ae6ea5937" providerId="ADAL" clId="{EC685FD3-55F0-4666-8D70-D77B64B839B5}" dt="2026-10-01T01:38:33.686" v="20" actId="478"/>
        <pc:sldMkLst>
          <pc:docMk/>
          <pc:sldMk cId="0" sldId="281"/>
        </pc:sldMkLst>
        <pc:spChg chg="add">
          <ac:chgData name="Yaw, Adam (yaw8714@vandals.uidaho.edu)" userId="c945cb4c-6a77-4408-8807-a22ae6ea5937" providerId="ADAL" clId="{EC685FD3-55F0-4666-8D70-D77B64B839B5}" dt="2026-10-01T01:38:32.445" v="19" actId="22"/>
          <ac:spMkLst>
            <pc:docMk/>
            <pc:sldMk cId="0" sldId="281"/>
            <ac:spMk id="7" creationId="{A7168595-D6B5-87E8-E4AF-D42F46B4622B}"/>
          </ac:spMkLst>
        </pc:spChg>
      </pc:sldChg>
      <pc:sldChg chg="modSp mod">
        <pc:chgData name="Yaw, Adam (yaw8714@vandals.uidaho.edu)" userId="c945cb4c-6a77-4408-8807-a22ae6ea5937" providerId="ADAL" clId="{EC685FD3-55F0-4666-8D70-D77B64B839B5}" dt="2026-10-01T01:38:29.250" v="18" actId="1076"/>
        <pc:sldMkLst>
          <pc:docMk/>
          <pc:sldMk cId="0" sldId="282"/>
        </pc:sldMkLst>
        <pc:spChg chg="mod">
          <ac:chgData name="Yaw, Adam (yaw8714@vandals.uidaho.edu)" userId="c945cb4c-6a77-4408-8807-a22ae6ea5937" providerId="ADAL" clId="{EC685FD3-55F0-4666-8D70-D77B64B839B5}" dt="2026-10-01T01:38:29.250" v="18" actId="1076"/>
          <ac:spMkLst>
            <pc:docMk/>
            <pc:sldMk cId="0" sldId="282"/>
            <ac:spMk id="4" creationId="{B8E34405-5A9B-A33C-6C90-A998050A6B71}"/>
          </ac:spMkLst>
        </pc:spChg>
      </pc:sldChg>
      <pc:sldChg chg="addSp delSp modSp mod">
        <pc:chgData name="Yaw, Adam (yaw8714@vandals.uidaho.edu)" userId="c945cb4c-6a77-4408-8807-a22ae6ea5937" providerId="ADAL" clId="{EC685FD3-55F0-4666-8D70-D77B64B839B5}" dt="2026-10-01T01:43:40.722" v="72" actId="20577"/>
        <pc:sldMkLst>
          <pc:docMk/>
          <pc:sldMk cId="2566520092" sldId="284"/>
        </pc:sldMkLst>
        <pc:graphicFrameChg chg="mod modGraphic">
          <ac:chgData name="Yaw, Adam (yaw8714@vandals.uidaho.edu)" userId="c945cb4c-6a77-4408-8807-a22ae6ea5937" providerId="ADAL" clId="{EC685FD3-55F0-4666-8D70-D77B64B839B5}" dt="2026-10-01T01:41:06.163" v="67"/>
          <ac:graphicFrameMkLst>
            <pc:docMk/>
            <pc:sldMk cId="2566520092" sldId="284"/>
            <ac:graphicFrameMk id="13" creationId="{CCC42E46-3155-4D04-9AA0-33E92769C47C}"/>
          </ac:graphicFrameMkLst>
        </pc:graphicFrameChg>
        <pc:graphicFrameChg chg="mod modGraphic">
          <ac:chgData name="Yaw, Adam (yaw8714@vandals.uidaho.edu)" userId="c945cb4c-6a77-4408-8807-a22ae6ea5937" providerId="ADAL" clId="{EC685FD3-55F0-4666-8D70-D77B64B839B5}" dt="2026-10-01T01:43:40.722" v="72" actId="20577"/>
          <ac:graphicFrameMkLst>
            <pc:docMk/>
            <pc:sldMk cId="2566520092" sldId="284"/>
            <ac:graphicFrameMk id="14" creationId="{DAC27A2E-7B09-DE12-C7A6-0CD8FE370F10}"/>
          </ac:graphicFrameMkLst>
        </pc:graphicFrameChg>
      </pc:sldChg>
      <pc:sldMasterChg chg="addSp delSp modSp mod modSldLayout">
        <pc:chgData name="Yaw, Adam (yaw8714@vandals.uidaho.edu)" userId="c945cb4c-6a77-4408-8807-a22ae6ea5937" providerId="ADAL" clId="{EC685FD3-55F0-4666-8D70-D77B64B839B5}" dt="2026-10-01T01:38:00.364" v="9" actId="20577"/>
        <pc:sldMasterMkLst>
          <pc:docMk/>
          <pc:sldMasterMk cId="2209977519" sldId="2147483648"/>
        </pc:sldMasterMkLst>
        <pc:spChg chg="mod">
          <ac:chgData name="Yaw, Adam (yaw8714@vandals.uidaho.edu)" userId="c945cb4c-6a77-4408-8807-a22ae6ea5937" providerId="ADAL" clId="{EC685FD3-55F0-4666-8D70-D77B64B839B5}" dt="2026-10-01T01:38:00.364" v="9" actId="20577"/>
          <ac:spMkLst>
            <pc:docMk/>
            <pc:sldMasterMk cId="2209977519" sldId="2147483648"/>
            <ac:spMk id="8" creationId="{CD79CFF0-FE30-6698-57D6-D473E705DAAE}"/>
          </ac:spMkLst>
        </pc:spChg>
        <pc:picChg chg="add">
          <ac:chgData name="Yaw, Adam (yaw8714@vandals.uidaho.edu)" userId="c945cb4c-6a77-4408-8807-a22ae6ea5937" providerId="ADAL" clId="{EC685FD3-55F0-4666-8D70-D77B64B839B5}" dt="2026-10-01T01:37:44.371" v="8" actId="22"/>
          <ac:picMkLst>
            <pc:docMk/>
            <pc:sldMasterMk cId="2209977519" sldId="2147483648"/>
            <ac:picMk id="5" creationId="{B0AFC919-B5B7-83AD-AD91-6989A7D17F81}"/>
          </ac:picMkLst>
        </pc:picChg>
        <pc:sldLayoutChg chg="addSp delSp modSp mod">
          <pc:chgData name="Yaw, Adam (yaw8714@vandals.uidaho.edu)" userId="c945cb4c-6a77-4408-8807-a22ae6ea5937" providerId="ADAL" clId="{EC685FD3-55F0-4666-8D70-D77B64B839B5}" dt="2026-10-01T01:37:40.154" v="5"/>
          <pc:sldLayoutMkLst>
            <pc:docMk/>
            <pc:sldMasterMk cId="2209977519" sldId="2147483648"/>
            <pc:sldLayoutMk cId="2614314258"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9533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"Welcome back. Last time — the platformer lecture — you learned the everyday Git loop: pull, build, commit, push, resolve. Today the training wheels come off and your real project repo goes live.</a:t>
            </a:r>
          </a:p>
          <a:p>
            <a:endParaRPr/>
          </a:p>
          <a:p>
            <a:r>
              <a:t>This is a bigger lecture than the first one, and it's braided with TL3's lecture today — I'll talk for a while, then hand to TL3 so you can write your first tests, then come back to show you how those tests run automatically. I'll tell you exactly when we hand off.</a:t>
            </a:r>
          </a:p>
          <a:p>
            <a:endParaRPr/>
          </a:p>
          <a:p>
            <a:r>
              <a:t>By the end, your team's repository is production-grade: ownership is enforced, you know how to recover from any Git disaster, and a machine tests your code on every single commit."</a:t>
            </a:r>
          </a:p>
          <a:p>
            <a:endParaRPr/>
          </a:p>
          <a:p>
            <a:r>
              <a:t>[Then introductions — same cohort, keep it short.]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short; the class already met the TL1s in L1.]</a:t>
            </a:r>
          </a:p>
          <a:p>
            <a:endParaRPr/>
          </a:p>
          <a:p>
            <a:r>
              <a:t>"Same TL1 crew you met in the first lecture — we're circulating again today, and the same deal applies: Git problems are our specialty and we WANT to be asked. Remember, we can earn support credit for helping any team with Git all semester, so flag us down.</a:t>
            </a:r>
          </a:p>
          <a:p>
            <a:endParaRPr/>
          </a:p>
          <a:p>
            <a:r>
              <a:t>Today's session is dense and hands-on, so lean on us — especially during the two exercises where we deliberately break things and put them back."</a:t>
            </a:r>
          </a:p>
          <a:p>
            <a:endParaRPr/>
          </a:p>
          <a:p>
            <a:r>
              <a:t>[Each TL1 can give a quick wave/name if the class has changed; otherwise keep it brief and move 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"Quick why-you're-listening. Today sets Gate G3 — repo readiness. Until your repo is live and audited, no project code merges at all. This lecture unlocks the whole build phase.</a:t>
            </a:r>
          </a:p>
          <a:p>
            <a:endParaRPr/>
          </a:p>
          <a:p>
            <a:r>
              <a:t>And from today on, your commit history is oral-exam evidence. Up to 200 points ride on contribution times technical score, and your commits are the record of what you actually did. Get today right and the trunk-based system just quietly works for the rest of the semester — get it wrong and you'll fight Git all term.</a:t>
            </a:r>
          </a:p>
          <a:p>
            <a:endParaRPr/>
          </a:p>
          <a:p>
            <a:r>
              <a:t>So this is foundational. Let's make the repo real."]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1259838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section divider]</a:t>
            </a:r>
          </a:p>
          <a:p>
            <a:endParaRPr/>
          </a:p>
          <a:p>
            <a:r>
              <a:t>"First block: who owns what, how we enforce it, and — just as important — how to undo anything that goes wrong. We'll set up ownership, then deliberately break the rule to watch the audit catch it, then practice recovering from Git disasters so you never fear the tool again."]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"A fast recap of the rules from last time, because everything today builds on them.</a:t>
            </a:r>
          </a:p>
          <a:p>
            <a:endParaRPr/>
          </a:p>
          <a:p>
            <a:r>
              <a:t>Trunk-based development: everyone commits directly to main. No private branches — and I'll remind you, that's a deliberate choice for this course, because with per-student directory ownership and the CI we're adding today, branches would just get in the way of tracking who did what.</a:t>
            </a:r>
          </a:p>
          <a:p>
            <a:endParaRPr/>
          </a:p>
          <a:p>
            <a:r>
              <a:t>Pull before you work, push every session. Main must build and run at every status report — TL3 verifies that. Small commits that integrate constantly beat big merges that rewrite everything. And the thing I most want you to believe: it's stale code — not branching — that destroys student teams. The person who disappears for three weeks and then tries to merge a mountain is the one who breaks the project. Little and often wins."]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core rule that makes a team repo sane: every developer owns exactly one directory, and no one ever merges into anyone else's. Your code lives in your folder. Nobody edits your folder but you; you edit nobody else's.</a:t>
            </a:r>
          </a:p>
          <a:p>
            <a:endParaRPr/>
          </a:p>
          <a:p>
            <a:r>
              <a:t>We record who owns what in a file called CODEOWNERS. And we don't rely on the honor system — a GitHub Action audits every push to main and flags any change that lands outside the author's own directory. If you edit someone else's folder, the build goes red and everyone can see it.</a:t>
            </a:r>
          </a:p>
          <a:p>
            <a:endParaRPr/>
          </a:p>
          <a:p>
            <a:r>
              <a:t>There's exactly one sanctioned exception, late in the project: TL6's platform builds near release. Everything else, all semester: stay in your own directory. Your tests included — each of you owns your own test folder too, which matters when TL3 has you writing tests in a few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"This is the CODEOWNERS file itself — it lives at .github/ in the repo root, and it's just one line per owned directory: the path, then the GitHub username who owns it. Source directory, test directory, prefabs, docs — each person gets their own set of lines.</a:t>
            </a:r>
          </a:p>
          <a:p>
            <a:endParaRPr/>
          </a:p>
          <a:p>
            <a:r>
              <a:t>Notice the test directory is right there — Assets/tst/your-name — that's YOUR test folder, the one you'll put your tests in during TL3's part. Each person owns theirs, so no two people ever touch the same test file.</a:t>
            </a:r>
          </a:p>
          <a:p>
            <a:endParaRPr/>
          </a:p>
          <a:p>
            <a:r>
              <a:t>One gotcha: CODEOWNERS only actually bites if branch protection is turned on. You enable it in Settings, Branches, add a rule on main, and check 'Require review from Code Owners.' We'll do exactly that in the exercise coming 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"And here's the enforcement — a GitHub Actions workflow that runs on every push and fails the build if someone edited a directory that isn't theirs. It checks out the code, then runs a script that compares the changed file paths against the CODEOWNERS list.</a:t>
            </a:r>
          </a:p>
          <a:p>
            <a:endParaRPr/>
          </a:p>
          <a:p>
            <a:r>
              <a:t>You, as TL1, maintain this all semester. When a teammate pushes outside their directory — usually by accident — this turns the build red and names the offending path. It's not about catching cheaters; it's about catching mistakes before they corrupt someone else's work. In the next exercise you'll trigger it on purpose so you see exactly what it looks like when it fires."]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on the MAIN PROJECT repo. The point: SEE the audit fire, then practice the clean revert. Slide shows commands as reference; not projected during the live demo.]</a:t>
            </a:r>
          </a:p>
          <a:p>
            <a:endParaRPr/>
          </a:p>
          <a:p>
            <a:r>
              <a:t>YOU MUST ACCOMPLISH:</a:t>
            </a:r>
          </a:p>
          <a:p>
            <a:r>
              <a:t>- CODEOWNERS exists at .github/ and branch protection is ON for main (Require review from Code Owners).</a:t>
            </a:r>
          </a:p>
          <a:p>
            <a:r>
              <a:t>- Each student deliberately edits a file OUTSIDE their own directory, commits, and pushes.</a:t>
            </a:r>
          </a:p>
          <a:p>
            <a:r>
              <a:t>- Everyone SEES the Directory Audit Action go red in the Actions tab and reads which path it flagged.</a:t>
            </a:r>
          </a:p>
          <a:p>
            <a:r>
              <a:t>- Everyone reverts their offending commit cleanly (git revert &lt;sha&gt;, then push) so the audit goes green again and main is clean.</a:t>
            </a:r>
          </a:p>
          <a:p>
            <a:r>
              <a:t>- Class understands: revert (not reset) is the safe undo on shared main — it makes a NEW commit rather than rewriting history.</a:t>
            </a:r>
          </a:p>
          <a:p>
            <a:endParaRPr/>
          </a:p>
          <a:p>
            <a:r>
              <a:t>IF YOU DON'T ALREADY KNOW HOW:</a:t>
            </a:r>
          </a:p>
          <a:p>
            <a:r>
              <a:t>- Branch protection: search "GitHub branch protection require code owners". Settings -&gt; Branches -&gt; Add rule.</a:t>
            </a:r>
          </a:p>
          <a:p>
            <a:r>
              <a:t>- Reading a failed Action: click the Actions tab, open the red run, read the step log — it names the offending path.</a:t>
            </a:r>
          </a:p>
          <a:p>
            <a:r>
              <a:t>- git revert: search "git revert pushed commit". Ask the AI: "How is git revert different from git reset, and why is revert safe on shared main?"</a:t>
            </a:r>
          </a:p>
          <a:p>
            <a:endParaRPr/>
          </a:p>
          <a:p>
            <a:r>
              <a:t>TEACHING NOTE: this is the transparent look at the audit BC wants students to have — they should see exactly how it works and that it's recoverable, not mysterious or punitive. Do it on the MAIN repo since that's where the audit actually runs.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"You just did your first revert. Let's make recovery a real skill, because knowing you can undo ANYTHING is what lets you commit fearlessly — and fearless committing is the whole game.</a:t>
            </a:r>
          </a:p>
          <a:p>
            <a:endParaRPr/>
          </a:p>
          <a:p>
            <a:r>
              <a:t>Three tools. Revert makes a new commit that undoes a bad one — it's safe on shared main because it doesn't rewrite history, it just adds a correction. Reset moves the branch pointer backwards — powerful, but it rewrites history, so you keep it for your own local mess and NEVER use it on pushed main. And reflog is Git's black box: it records everywhere your HEAD has been, even commits you think you've lost — it's how you recover from 'I destroyed everything.'</a:t>
            </a:r>
          </a:p>
          <a:p>
            <a:endParaRPr/>
          </a:p>
          <a:p>
            <a:r>
              <a:t>The rule of thumb: on shared history, go forward with revert. Never go backward with reset. And when you're truly lost, reflog almost always has your back."]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"The actual commands. git revert with a bad SHA to safely undo a pushed commit — you just used this. git reflog to see everywhere HEAD has been, including 'lost' commits. git reset --hard, LOCAL only, never on pushed main — this is the dangerous one, so I'm putting it next to a big warning. And git checkout dash-dash with a path, to restore a single file you just deleted or wrecked from the last commit.</a:t>
            </a:r>
          </a:p>
          <a:p>
            <a:endParaRPr/>
          </a:p>
          <a:p>
            <a:r>
              <a:t>We're about to use several of these in the recovery drill, so don't just read them — you'll run them in about two minutes."]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exact decision tree for the most common panic — 'I deleted something important.' It depends on how far the deletion got.</a:t>
            </a:r>
          </a:p>
          <a:p>
            <a:endParaRPr/>
          </a:p>
          <a:p>
            <a:r>
              <a:t>Not committed yet? git checkout dash-dash the path restores it from the last commit. Easy.</a:t>
            </a:r>
          </a:p>
          <a:p>
            <a:endParaRPr/>
          </a:p>
          <a:p>
            <a:r>
              <a:t>Already committed the deletion? Find the last good SHA in git reflog, then git checkout that SHA dash-dash the path to pull the file back.</a:t>
            </a:r>
          </a:p>
          <a:p>
            <a:endParaRPr/>
          </a:p>
          <a:p>
            <a:r>
              <a:t>Already pushed it? Then revert the deletion commit, so main gets the file back for everyone.</a:t>
            </a:r>
          </a:p>
          <a:p>
            <a:endParaRPr/>
          </a:p>
          <a:p>
            <a:r>
              <a:t>The meta-lesson: panic makes it worse. When something breaks, stop, read the reflog, and act deliberately. Git very rarely truly loses anything — it's almost always recoverable if you don't make it worse by flailing. Let's prove that to you right now."]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the confidence-builder. In the PLATFORMER repo (safe to break). Everyone recovers a 'lost' file three ways.]</a:t>
            </a:r>
          </a:p>
          <a:p>
            <a:endParaRPr/>
          </a:p>
          <a:p>
            <a:r>
              <a:t>YOU MUST ACCOMPLISH:</a:t>
            </a:r>
          </a:p>
          <a:p>
            <a:r>
              <a:t>- Case 1: delete a file WITHOUT committing, recover it with git checkout -- &lt;path&gt;.</a:t>
            </a:r>
          </a:p>
          <a:p>
            <a:r>
              <a:t>- Case 2: delete AND commit, use git </a:t>
            </a:r>
            <a:r>
              <a:rPr err="1"/>
              <a:t>reflog</a:t>
            </a:r>
            <a:r>
              <a:t> to find the good SHA, recover with git checkout &lt;sha&gt; -- &lt;path&gt;.</a:t>
            </a:r>
          </a:p>
          <a:p>
            <a:r>
              <a:t>- Case 3: delete, commit, AND push, then git revert the deletion commit and push so it's back for everyone.</a:t>
            </a:r>
          </a:p>
          <a:p>
            <a:r>
              <a:t>- Every student personally does all three and sees the file come back each time.</a:t>
            </a:r>
          </a:p>
          <a:p>
            <a:r>
              <a:t>- Takeaway students can state: 'Git almost never loses my work; I know three ways to get it back.'</a:t>
            </a:r>
          </a:p>
          <a:p>
            <a:endParaRPr/>
          </a:p>
          <a:p>
            <a:r>
              <a:t>IF YOU DON'T ALREADY KNOW HOW:</a:t>
            </a:r>
          </a:p>
          <a:p>
            <a:r>
              <a:t>- Search "git checkout restore deleted file", "git </a:t>
            </a:r>
            <a:r>
              <a:rPr err="1"/>
              <a:t>reflog</a:t>
            </a:r>
            <a:r>
              <a:t> recover lost commit", "git revert restore deleted file".</a:t>
            </a:r>
          </a:p>
          <a:p>
            <a:r>
              <a:t>- Ask the AI: "Show me three ways to recover a deleted file in git depending on whether I committed and pushed."</a:t>
            </a:r>
          </a:p>
          <a:p>
            <a:r>
              <a:t>- If </a:t>
            </a:r>
            <a:r>
              <a:rPr err="1"/>
              <a:t>reflog</a:t>
            </a:r>
            <a:r>
              <a:t> looks intimidating: it's just a timestamped list of where HEAD has been; the SHA on the line BEFORE the mistake is the one you want.</a:t>
            </a:r>
          </a:p>
          <a:p>
            <a:endParaRPr/>
          </a:p>
          <a:p>
            <a:r>
              <a:t>TEACHING NOTE: this drill exists to kill Git fear. Emphasize out loud: the reason we commit small and often is that recovery is always possible — so there's no downside to committing.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section divider; this is the BRIDGE to TL3.]</a:t>
            </a:r>
          </a:p>
          <a:p>
            <a:endParaRPr/>
          </a:p>
          <a:p>
            <a:r>
              <a:t>"Second block, and it's the bridge to what TL3 is about to have you do. Everything so far kept you safely in your own directory. But there's one thing a Unity team unavoidably SHARES — the game scene — and shared files are where merges get ugly. You're about to write tests that reference the game, so before you do, let's handle the one genuinely shared artifact."]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one place ownership can't fully save you. Unity scenes and prefabs are stored as YAML text files, and they do NOT text-merge cleanly. If two people edit the same scene, Git tries to merge line-by-line and produces garbage — a conflict it genuinely cannot resolve on its own.</a:t>
            </a:r>
          </a:p>
          <a:p>
            <a:endParaRPr/>
          </a:p>
          <a:p>
            <a:r>
              <a:t>Unity ships a tool for exactly this: </a:t>
            </a:r>
            <a:r>
              <a:rPr err="1"/>
              <a:t>UnityYAMLMerge</a:t>
            </a:r>
            <a:r>
              <a:t>, also called Smart Merge. You configure it once and Git calls it automatically whenever a dot-unity or dot-prefab file conflicts.</a:t>
            </a:r>
          </a:p>
          <a:p>
            <a:endParaRPr/>
          </a:p>
          <a:p>
            <a:r>
              <a:rPr lang="en-US"/>
              <a:t>The best thing you could do for yourself, and for the rest of the group, is just to avoid the conflict all together. Don’t share </a:t>
            </a:r>
            <a:r>
              <a:t>the scene in the first place: one owner per scene, keep shared scenes small, and </a:t>
            </a:r>
            <a:r>
              <a:rPr lang="en-US"/>
              <a:t>make sure to prefab </a:t>
            </a:r>
            <a:r>
              <a:t>YOUR work so you're editing a dot-prefab file in YOUR OWN directory instead of the shared scene. When TL3 has you writing tests against game objects in a minute, this is why we prefab: so your stuff lives in your folder, not tangled in a scene everyone touches."]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"The one-time configuration — it goes in your </a:t>
            </a:r>
            <a:r>
              <a:rPr err="1"/>
              <a:t>gitconfig</a:t>
            </a:r>
            <a:r>
              <a:t>, and the path depends on where Unity is installed on your machine. You point Git's merge tool at Unity's </a:t>
            </a:r>
            <a:r>
              <a:rPr err="1"/>
              <a:t>UnityYAMLMerge</a:t>
            </a:r>
            <a:r>
              <a:t> executable, and from then on Git calls it automatically on scene and prefab conflicts.</a:t>
            </a:r>
          </a:p>
          <a:p>
            <a:endParaRPr/>
          </a:p>
          <a:p>
            <a:endParaRPr lang="en-US"/>
          </a:p>
          <a:p>
            <a:r>
              <a:rPr lang="en-US"/>
              <a:t>At this point however, this is the “safety net”, the biggest thing here is to avoid conflicts all together by working in your own directory. </a:t>
            </a:r>
          </a:p>
          <a:p>
            <a:endParaRPr lang="en-US"/>
          </a:p>
          <a:p>
            <a:endParaRPr lang="en-US"/>
          </a:p>
          <a:p>
            <a:r>
              <a:t>Honestly though — reread the last line of the previous slide. The best conflict is the one that never happens. Configure this as a safety net, but lean on prefabbing your own work into your own directory so you rarely need it. A TL1 can help anyone whose path is wrong — it's install-specific and fiddly, exactly the kind of thing to grab us for."]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lang="en-US"/>
          </a:p>
          <a:p>
            <a:endParaRPr/>
          </a:p>
          <a:p>
            <a:r>
              <a:t>"</a:t>
            </a:r>
            <a:r>
              <a:rPr lang="en-US"/>
              <a:t>d</a:t>
            </a:r>
            <a:r>
              <a:t>ot-meta files</a:t>
            </a:r>
            <a:r>
              <a:rPr lang="en-US"/>
              <a:t> are known to be problematic because of the one trick to them</a:t>
            </a:r>
            <a:r>
              <a:t>. Every asset in Unity has a paired dot-meta file holding its GUID and import settings. You must </a:t>
            </a:r>
            <a:r>
              <a:rPr lang="en-US"/>
              <a:t>always </a:t>
            </a:r>
            <a:r>
              <a:t>commit the dot-meta file WITH its asset — together, in the same commit.</a:t>
            </a:r>
          </a:p>
          <a:p>
            <a:endParaRPr/>
          </a:p>
          <a:p>
            <a:r>
              <a:t>If you commit an asset without its meta, or a meta without its asset, everyone who pulls gets broken references — 'missing script,' broken prefab links,</a:t>
            </a:r>
            <a:r>
              <a:rPr lang="en-US"/>
              <a:t> etc</a:t>
            </a:r>
            <a:r>
              <a:t>. And </a:t>
            </a:r>
            <a:r>
              <a:rPr lang="en-US"/>
              <a:t>the problem is </a:t>
            </a:r>
            <a:r>
              <a:t>it </a:t>
            </a:r>
            <a:r>
              <a:rPr lang="en-US"/>
              <a:t>can work</a:t>
            </a:r>
            <a:r>
              <a:t> fine on YOUR machine</a:t>
            </a:r>
            <a:r>
              <a:rPr lang="en-US"/>
              <a:t>, but the ones who pulled are going to have problems</a:t>
            </a:r>
            <a:r>
              <a:t>. So: never </a:t>
            </a:r>
            <a:r>
              <a:rPr err="1"/>
              <a:t>gitignore</a:t>
            </a:r>
            <a:r>
              <a:t> meta files, never add an asset without its meta, and keep Unity in Visible Meta Files mode, which is the project default, so they show up in Git where you can see them.</a:t>
            </a:r>
          </a:p>
          <a:p>
            <a:endParaRPr/>
          </a:p>
          <a:p>
            <a:r>
              <a:t>This matters right now because the tests you're about to write reference game objects, and if their </a:t>
            </a:r>
            <a:r>
              <a:rPr err="1"/>
              <a:t>metas</a:t>
            </a:r>
            <a:r>
              <a:t> aren't committed, your teammates' pipelines will fail on references that look fine to you."]</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HANDOFF divider. Stop TL1, run TL3 L1, resume at Part C.]</a:t>
            </a:r>
          </a:p>
          <a:p>
            <a:endParaRPr/>
          </a:p>
          <a:p>
            <a:r>
              <a:t>"That's the handoff point. You now know how to own your directory, recover from anything, and stay out of each other's way in the shared scene. So over to TL3: they'll walk you through creating your own test assembly in your own test folder, and writing your first tests — two boundary tests and a stress test.</a:t>
            </a:r>
          </a:p>
          <a:p>
            <a:endParaRPr lang="en-US"/>
          </a:p>
          <a:p>
            <a:endParaRPr lang="en-US"/>
          </a:p>
          <a:p>
            <a:endParaRPr lang="en-US"/>
          </a:p>
          <a:p>
            <a:endParaRPr lang="en-US"/>
          </a:p>
          <a:p>
            <a:endParaRPr lang="en-US"/>
          </a:p>
          <a:p>
            <a:endParaRPr lang="en-US"/>
          </a:p>
          <a:p>
            <a:endParaRPr/>
          </a:p>
          <a:p>
            <a:r>
              <a:t>Go do that now. When you come back to me, those tests will exist, and I'll show you how the two boundary tests run automatically on every commit — so you never have to remember to run them yourself.</a:t>
            </a:r>
          </a:p>
          <a:p>
            <a:endParaRPr/>
          </a:p>
          <a:p>
            <a:r>
              <a:t>[BC: pause TL1 here. Run TL3 L1. TL3 has students create their per-student .</a:t>
            </a:r>
            <a:r>
              <a:rPr err="1"/>
              <a:t>asmdef</a:t>
            </a:r>
            <a:r>
              <a:t> (with the game-assembly + </a:t>
            </a:r>
            <a:r>
              <a:rPr err="1"/>
              <a:t>TestRunner</a:t>
            </a:r>
            <a:r>
              <a:t> references — TL3 stresses this is one-time and per-student, never shared) and write 2 boundary + 1 stress test, all green in Test Runner, pushed to their own test folder. Then resume TL1 at Part C.]"]</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RESUME divider after TL3.]</a:t>
            </a:r>
          </a:p>
          <a:p>
            <a:endParaRPr/>
          </a:p>
          <a:p>
            <a:r>
              <a:t>"Welcome back. You've each got tests now, sitting in your own test folder, green in the Test Runner. Right now you have to remember to run them by hand. Let's fix that — from here on, a machine runs them for you on every single commit. That's Continuous Integration, and it's the last piece that makes your repo production-grade."]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a reframe: you've been doing Continuous Integration by hand all semester — it just didn't have a name.</a:t>
            </a:r>
          </a:p>
          <a:p>
            <a:endParaRPr/>
          </a:p>
          <a:p>
            <a:r>
              <a:t>Every 'pull before work, push every session.' Every 'main must build.' Every status update where you integrate your work with the team's and check nothing broke — THAT is Continuous Integration. Integrate constantly, test on every integration, catch breakage now instead of at the end.</a:t>
            </a:r>
          </a:p>
          <a:p>
            <a:endParaRPr/>
          </a:p>
          <a:p>
            <a:r>
              <a:t>Your status update was CI running at a weekly heartbeat — once a week you all sync up and check. A machine can do the same thing at a per-COMMIT heartbeat — every few minutes instead of every week. Same discipline you already live, just automated and far faster to catch a break. That's all CI is: your good habits, done by a robot, on every push."]</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"Two related terms you'll hear constantly in industry. Continuous Integration, CI: every commit is automatically built and tested. Red means someone broke something — you fix it before moving on. That’s </a:t>
            </a:r>
            <a:r>
              <a:rPr lang="en-US"/>
              <a:t>ou</a:t>
            </a:r>
            <a:r>
              <a:t>r job, as TL1: </a:t>
            </a:r>
            <a:r>
              <a:rPr lang="en-US"/>
              <a:t>maintaining </a:t>
            </a:r>
            <a:r>
              <a:t>the pipeline that runs the team's tests on every push.</a:t>
            </a:r>
          </a:p>
          <a:p>
            <a:endParaRPr/>
          </a:p>
          <a:p>
            <a:r>
              <a:t>Continuous Delivery, CD: every passing build is turned into a release-ready artifact, one click from shipping. That's TL6's job — taking a green build to a phone, a QR code, the final demo.</a:t>
            </a:r>
          </a:p>
          <a:p>
            <a:endParaRPr/>
          </a:p>
          <a:p>
            <a:r>
              <a:t>So this lecture wires up CI — the testing half. TL6 handles delivery. Today, CI."]</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workflow that does it — it extends the same Actions system as the audit, adding a job that runs Unity's tests via game-ci, which is free. On every push, it checks out the code and runs the test runner.</a:t>
            </a:r>
          </a:p>
          <a:p>
            <a:endParaRPr/>
          </a:p>
          <a:p>
            <a:r>
              <a:t>One critical clarification, and this is important: CI runs your two BOUNDARY tests — the happy-path and failure-path tests. It does NOT run your stress test. Why? Because the stress test's job is to find a breaking point — it's a measurement, not a pass/fail check. If you put a test that's designed to find where things break into a pipeline that goes red when things break, your pipeline would be red forever, which is useless. So the stress test stays a manual measurement — you run it in the Test Runner, record its breaking point, and that number goes to TL6 later to figure out platform limits like how much a phone can handle. CI is only the two boundary tests. Green pipeline means your correctness tests pass — that's what 'main is proven' means."]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NEW content, the CI companion.]</a:t>
            </a:r>
          </a:p>
          <a:p>
            <a:endParaRPr/>
          </a:p>
          <a:p>
            <a:r>
              <a:t>"A green pipeline is great, but the whole point is what happens when it goes RED — because it will, and that's CI doing its job, not a disaster.</a:t>
            </a:r>
          </a:p>
          <a:p>
            <a:endParaRPr/>
          </a:p>
          <a:p>
            <a:r>
              <a:t>When a push turns the pipeline red, here's the drill. One: open the Actions tab and read WHICH test failed and why — the log tells you the test name and the assertion that didn't hold. Don't guess. Two: figure out whether YOUR commit caused it. If you just pushed and it went red, it's almost certainly you. Three: fix it and push the fix — or, if you can't fix it quickly and you've broken main for everyone, REVERT your commit so the team isn't blocked while you sort it out. A red main blocks everyone; a quick revert unblocks them, and you fix it properly on your own time.</a:t>
            </a:r>
          </a:p>
          <a:p>
            <a:endParaRPr/>
          </a:p>
          <a:p>
            <a:r>
              <a:t>The rule: never walk away leaving main red. Fix forward fast, or revert. And one bit of industry context — in a professional shop, a human also reviews your code before it merges, in what's called a pull-request review. In this course, CI plays that reviewer role on every commit, and the human review happens at TL3's test-plan review and TL4's code review. So you get both: the machine on every push, humans at the checkpoints."]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"One honest caveat about the pipeline: Unity's test runner needs an activated license, even running headless on a server. You store it once as a GitHub secret — the license, email, and password as encrypted secrets the Action can use.</a:t>
            </a:r>
          </a:p>
          <a:p>
            <a:endParaRPr/>
          </a:p>
          <a:p>
            <a:r>
              <a:t>The catch: free personal licenses expire periodically, so you'll re-activate now and then to keep the pipeline green. That upkeep is a TL1 job — put a reminder somewhere. game-ci itself is free and open-source; the license is the only moving part, and it's the one thing most likely to mysteriously turn your pipeline red weeks from now, so remember it exists."]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"What automating this actually changes, day to day.</a:t>
            </a:r>
          </a:p>
          <a:p>
            <a:endParaRPr/>
          </a:p>
          <a:p>
            <a:r>
              <a:t>'Your commits are your alibi' now has teeth — a commit that breaks the tests is publicly red in the Actions tab, on the record, no hiding it until the status update. TL3's test audit becomes 'read the pipeline history' instead of manual spot-checks — which is exactly what TL3 does in their second lecture. And the weekly status update stops being where you DISCOVER breakage and becomes where you REVIEW a pipeline that's been enforcing quality all week.</a:t>
            </a:r>
          </a:p>
          <a:p>
            <a:endParaRPr/>
          </a:p>
          <a:p>
            <a:r>
              <a:t>That's the shift: from catching problems weekly, by hand, to catching them per-commit, automatically. The status update becomes a review of green history instead of a scramble to find what broke."]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closer.]</a:t>
            </a:r>
          </a:p>
          <a:p>
            <a:endParaRPr/>
          </a:p>
          <a:p>
            <a:r>
              <a:t>"We close on the gate you're accountable for. Before the build phase opens, your repo must have: CODEOWNERS plus branch protection, the directory-audit Action running, Smart Merge configured, and a clean, meta-disciplined main that builds. Plus, now, the CI pipeline running your boundary tests on every commit.</a:t>
            </a:r>
          </a:p>
          <a:p>
            <a:endParaRPr/>
          </a:p>
          <a:p>
            <a:r>
              <a:t>That's the checklist. Get it green and your whole team codes on solid ground for the rest of the semester — ownership enforced, recovery understood, quality automated. You've done every piece of it today. Set the gate, and let's build."</a:t>
            </a:r>
          </a:p>
          <a:p>
            <a:endParaRPr/>
          </a:p>
          <a:p>
            <a:r>
              <a:t>[This is Gate G3. Once green, the build phase opens.]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83AEDB"/>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6E6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2314F"/>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12314F"/>
                </a:solidFill>
              </a:defRPr>
            </a:lvl1pPr>
            <a:lvl2pPr>
              <a:defRPr>
                <a:solidFill>
                  <a:srgbClr val="12314F"/>
                </a:solidFill>
              </a:defRPr>
            </a:lvl2pPr>
            <a:lvl3pPr>
              <a:defRPr>
                <a:solidFill>
                  <a:srgbClr val="12314F"/>
                </a:solidFill>
              </a:defRPr>
            </a:lvl3pPr>
            <a:lvl4pPr>
              <a:defRPr>
                <a:solidFill>
                  <a:srgbClr val="12314F"/>
                </a:solidFill>
              </a:defRPr>
            </a:lvl4pPr>
            <a:lvl5pPr>
              <a:defRPr>
                <a:solidFill>
                  <a:srgbClr val="12314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6055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83AED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31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127507"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Name">
            <a:extLst>
              <a:ext uri="{FF2B5EF4-FFF2-40B4-BE49-F238E27FC236}">
                <a16:creationId xmlns:a16="http://schemas.microsoft.com/office/drawing/2014/main" id="{CD79CFF0-FE30-6698-57D6-D473E705DAAE}"/>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TL1:</a:t>
            </a:r>
          </a:p>
        </p:txBody>
      </p:sp>
      <p:sp>
        <p:nvSpPr>
          <p:cNvPr id="9" name="FooterPage">
            <a:extLst>
              <a:ext uri="{FF2B5EF4-FFF2-40B4-BE49-F238E27FC236}">
                <a16:creationId xmlns:a16="http://schemas.microsoft.com/office/drawing/2014/main" id="{027E8B02-4D62-B45D-8347-9D6E822B08A1}"/>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10" name="FooterName2">
            <a:extLst>
              <a:ext uri="{FF2B5EF4-FFF2-40B4-BE49-F238E27FC236}">
                <a16:creationId xmlns:a16="http://schemas.microsoft.com/office/drawing/2014/main" id="{0607357A-46DF-300F-11B2-06CEFBEB8D71}"/>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1" name="Rectangle 10">
            <a:extLst>
              <a:ext uri="{FF2B5EF4-FFF2-40B4-BE49-F238E27FC236}">
                <a16:creationId xmlns:a16="http://schemas.microsoft.com/office/drawing/2014/main" id="{523BE418-F355-79B8-200B-AAFCC67784A8}"/>
              </a:ext>
            </a:extLst>
          </p:cNvPr>
          <p:cNvSpPr/>
          <p:nvPr userDrawn="1"/>
        </p:nvSpPr>
        <p:spPr>
          <a:xfrm>
            <a:off x="35496" y="128016"/>
            <a:ext cx="9001000" cy="6729984"/>
          </a:xfrm>
          <a:prstGeom prst="rect">
            <a:avLst/>
          </a:prstGeom>
          <a:noFill/>
          <a:ln w="381000" cmpd="sng">
            <a:solidFill>
              <a:srgbClr val="12314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B0AFC919-B5B7-83AD-AD91-6989A7D17F81}"/>
              </a:ext>
            </a:extLst>
          </p:cNvPr>
          <p:cNvPicPr>
            <a:picLocks noChangeAspect="1"/>
          </p:cNvPicPr>
          <p:nvPr userDrawn="1"/>
        </p:nvPicPr>
        <p:blipFill>
          <a:blip r:embed="rId14"/>
          <a:stretch>
            <a:fillRect/>
          </a:stretch>
        </p:blipFill>
        <p:spPr>
          <a:xfrm>
            <a:off x="7945208" y="340314"/>
            <a:ext cx="878885" cy="878885"/>
          </a:xfrm>
          <a:prstGeom prst="rect">
            <a:avLst/>
          </a:prstGeom>
          <a:noFill/>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47500" lnSpcReduction="20000"/>
          </a:bodyPr>
          <a:lstStyle/>
          <a:p>
            <a:r>
              <a:t>TL1 L2 — Repo Goes Live. Blank Office Theme master (BC adds formatting). Week 6. INTERLEAVED with TL3 L1 same day.</a:t>
            </a:r>
          </a:p>
          <a:p>
            <a:r>
              <a:t>BRAID ORDER (same day): TL1 Part A (ownership+audit+recovery) -&gt; TL1 Part B (shared-SCENE Smart Merge, the bridge) -&gt; [TL3 L1 runs: students write 2 boundary + 1 stress test in their OWN test assemblies] -&gt; TL1 Part C (CI).</a:t>
            </a:r>
          </a:p>
          <a:p>
            <a:r>
              <a:t>TESTS ARE PER-STUDENT: each student owns tst/TLx_name/ with their OWN .asmdef. NO shared assembly. Tests never cause merge conflicts. The .asmdef HOW-TO is taught in TL3 L1; TL1 only references it.</a:t>
            </a:r>
          </a:p>
          <a:p>
            <a:r>
              <a:t>THE REAL shared-file problem is the Unity SCENE (.unity)/prefabs, not tests. Part B teaches shared-scene discipline + Smart Merge.</a:t>
            </a:r>
          </a:p>
          <a:p>
            <a:r>
              <a:t>CI RUNS ONLY THE 2 BOUNDARY TESTS. The stress test is NEVER in CI — it's a manual bounded MEASUREMENT whose breaking point TL6 uses for platform limits.</a:t>
            </a:r>
          </a:p>
          <a:p>
            <a:r>
              <a:t>2 follow-alongs: FA1 audit drill (edit outside your dir on the MAIN project repo, watch audit flag, REVERT cleanly). FA2 recovery drill (delete a file, recover 3 ways).</a:t>
            </a:r>
          </a:p>
          <a:p>
            <a:r>
              <a:t>NO per-commit second-person review (CI + TL3 L2 review + TL4 review cover it). 'What to do when a test fails' is in Part C.</a:t>
            </a:r>
          </a:p>
          <a:p>
            <a:r>
              <a:t>FLAG for later: TL3 L2 slide 9 currently says stress test goes green in CI — WRONG, must be corrected (stress test is not a CI test).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Repo Goes Live</a:t>
            </a:r>
          </a:p>
        </p:txBody>
      </p:sp>
      <p:sp>
        <p:nvSpPr>
          <p:cNvPr id="3" name="Subtitle 2"/>
          <p:cNvSpPr>
            <a:spLocks noGrp="1"/>
          </p:cNvSpPr>
          <p:nvPr>
            <p:ph type="subTitle" idx="1"/>
          </p:nvPr>
        </p:nvSpPr>
        <p:spPr/>
        <p:txBody>
          <a:bodyPr/>
          <a:lstStyle/>
          <a:p>
            <a:r>
              <a:t>TL1 — Lecture 2 · Week 6 · Ownership, safe merges &amp; recovery</a:t>
            </a:r>
          </a:p>
        </p:txBody>
      </p:sp>
      <p:sp>
        <p:nvSpPr>
          <p:cNvPr id="9" name="Rectangle 8">
            <a:extLst>
              <a:ext uri="{FF2B5EF4-FFF2-40B4-BE49-F238E27FC236}">
                <a16:creationId xmlns:a16="http://schemas.microsoft.com/office/drawing/2014/main" id="{A9621DF2-AF17-C560-B3FC-7BEB2C718586}"/>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7" name="Picture 6"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4C8176D1-D671-A71B-82A5-B49971E9E567}"/>
              </a:ext>
            </a:extLst>
          </p:cNvPr>
          <p:cNvPicPr>
            <a:picLocks noChangeAspect="1"/>
          </p:cNvPicPr>
          <p:nvPr/>
        </p:nvPicPr>
        <p:blipFill>
          <a:blip r:embed="rId3"/>
          <a:stretch>
            <a:fillRect/>
          </a:stretch>
        </p:blipFill>
        <p:spPr>
          <a:xfrm>
            <a:off x="7945208" y="340314"/>
            <a:ext cx="878885" cy="878885"/>
          </a:xfrm>
          <a:prstGeom prst="rect">
            <a:avLst/>
          </a:prstGeom>
          <a:noFill/>
        </p:spPr>
      </p:pic>
      <p:sp>
        <p:nvSpPr>
          <p:cNvPr id="5" name="TextBox 4">
            <a:extLst>
              <a:ext uri="{FF2B5EF4-FFF2-40B4-BE49-F238E27FC236}">
                <a16:creationId xmlns:a16="http://schemas.microsoft.com/office/drawing/2014/main" id="{67BDFE70-6196-AB82-09B4-2F63E9F1363B}"/>
              </a:ext>
            </a:extLst>
          </p:cNvPr>
          <p:cNvSpPr txBox="1"/>
          <p:nvPr/>
        </p:nvSpPr>
        <p:spPr>
          <a:xfrm>
            <a:off x="735725" y="6362645"/>
            <a:ext cx="2500010" cy="369332"/>
          </a:xfrm>
          <a:prstGeom prst="rect">
            <a:avLst/>
          </a:prstGeom>
          <a:noFill/>
        </p:spPr>
        <p:txBody>
          <a:bodyPr wrap="square" lIns="91440" tIns="45720" rIns="91440" bIns="45720" rtlCol="0" anchor="t">
            <a:spAutoFit/>
          </a:bodyPr>
          <a:lstStyle/>
          <a:p>
            <a:r>
              <a:rPr lang="en-US">
                <a:solidFill>
                  <a:schemeClr val="bg1"/>
                </a:solidFill>
              </a:rPr>
              <a:t>Chris</a:t>
            </a:r>
            <a:endParaRPr lang="en-US">
              <a:solidFill>
                <a:schemeClr val="bg1"/>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Your TL1 Team — Still Here to Help</a:t>
            </a:r>
          </a:p>
        </p:txBody>
      </p:sp>
      <p:sp>
        <p:nvSpPr>
          <p:cNvPr id="3" name="Content Placeholder 2"/>
          <p:cNvSpPr>
            <a:spLocks noGrp="1"/>
          </p:cNvSpPr>
          <p:nvPr>
            <p:ph idx="1"/>
          </p:nvPr>
        </p:nvSpPr>
        <p:spPr/>
        <p:txBody>
          <a:bodyPr/>
          <a:lstStyle/>
          <a:p>
            <a:r>
              <a:t>Same TL1 group from Lecture 1 — circulating to help all session.</a:t>
            </a:r>
          </a:p>
          <a:p>
            <a:r>
              <a:t>Two hands-on exercises today where we deliberately break Git and recover — lean on us.</a:t>
            </a:r>
          </a:p>
          <a:p>
            <a:r>
              <a:t>Git help earns us support credit all semester: flag us down any time.</a:t>
            </a:r>
          </a:p>
        </p:txBody>
      </p:sp>
      <p:sp>
        <p:nvSpPr>
          <p:cNvPr id="4" name="TextBox 3">
            <a:extLst>
              <a:ext uri="{FF2B5EF4-FFF2-40B4-BE49-F238E27FC236}">
                <a16:creationId xmlns:a16="http://schemas.microsoft.com/office/drawing/2014/main" id="{FF99BF50-52E8-E92B-7F4B-AFCC51A1B4CF}"/>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rPr>
              <a:t>Chris</a:t>
            </a:r>
            <a:endParaRPr lang="en-US">
              <a:solidFill>
                <a:schemeClr val="bg1"/>
              </a:solidFill>
              <a:ea typeface="Calibri"/>
              <a:cs typeface="Calibri"/>
            </a:endParaRPr>
          </a:p>
        </p:txBody>
      </p:sp>
      <p:sp>
        <p:nvSpPr>
          <p:cNvPr id="10" name="Rectangle 9">
            <a:extLst>
              <a:ext uri="{FF2B5EF4-FFF2-40B4-BE49-F238E27FC236}">
                <a16:creationId xmlns:a16="http://schemas.microsoft.com/office/drawing/2014/main" id="{B9393CF1-5AB2-1843-7105-1E0079C697FB}"/>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39357206-8CF7-FF37-A275-45DE7DFFBBF3}"/>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This Lecture Is Worth</a:t>
            </a:r>
          </a:p>
        </p:txBody>
      </p:sp>
      <p:sp>
        <p:nvSpPr>
          <p:cNvPr id="3" name="Content Placeholder 2"/>
          <p:cNvSpPr>
            <a:spLocks noGrp="1"/>
          </p:cNvSpPr>
          <p:nvPr>
            <p:ph idx="1"/>
          </p:nvPr>
        </p:nvSpPr>
        <p:spPr/>
        <p:txBody>
          <a:bodyPr>
            <a:normAutofit lnSpcReduction="10000"/>
          </a:bodyPr>
          <a:lstStyle/>
          <a:p>
            <a:r>
              <a:t>Today sets Gate G3: repo readiness unlocks the build phase. No project code merges until the repo is live and audited.</a:t>
            </a:r>
          </a:p>
          <a:p>
            <a:r>
              <a:t>From here on, your commit history is oral-exam evidence — up to 200 points ride on contribution × technical.</a:t>
            </a:r>
          </a:p>
          <a:p>
            <a:r>
              <a:t>Get this right today and trunk-based development just works for the rest of the semester.</a:t>
            </a:r>
          </a:p>
        </p:txBody>
      </p:sp>
      <p:sp>
        <p:nvSpPr>
          <p:cNvPr id="4" name="TextBox 3">
            <a:extLst>
              <a:ext uri="{FF2B5EF4-FFF2-40B4-BE49-F238E27FC236}">
                <a16:creationId xmlns:a16="http://schemas.microsoft.com/office/drawing/2014/main" id="{F2EBC30C-64F5-236C-2607-6084DE55EA1C}"/>
              </a:ext>
            </a:extLst>
          </p:cNvPr>
          <p:cNvSpPr txBox="1"/>
          <p:nvPr/>
        </p:nvSpPr>
        <p:spPr>
          <a:xfrm>
            <a:off x="708961"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DA306BBE-7FD5-08E8-4C3F-E194A7CAA627}"/>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F37EB865-2B7C-2C15-FFE9-C68023E099A6}"/>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FBC3B-3554-77FC-F559-D5D2307E3600}"/>
              </a:ext>
            </a:extLst>
          </p:cNvPr>
          <p:cNvSpPr>
            <a:spLocks noGrp="1"/>
          </p:cNvSpPr>
          <p:nvPr>
            <p:ph type="title"/>
          </p:nvPr>
        </p:nvSpPr>
        <p:spPr/>
        <p:txBody>
          <a:bodyPr>
            <a:normAutofit fontScale="90000"/>
          </a:bodyPr>
          <a:lstStyle/>
          <a:p>
            <a:r>
              <a:rPr lang="en-US">
                <a:ea typeface="Calibri"/>
                <a:cs typeface="Calibri"/>
              </a:rPr>
              <a:t>Before we start:</a:t>
            </a:r>
            <a:br>
              <a:rPr lang="en-US">
                <a:ea typeface="Calibri"/>
                <a:cs typeface="Calibri"/>
              </a:rPr>
            </a:br>
            <a:r>
              <a:rPr lang="en-US">
                <a:ea typeface="Calibri"/>
                <a:cs typeface="Calibri"/>
              </a:rPr>
              <a:t>docs folder content check</a:t>
            </a:r>
            <a:endParaRPr lang="en-US"/>
          </a:p>
        </p:txBody>
      </p:sp>
      <p:sp>
        <p:nvSpPr>
          <p:cNvPr id="7" name="Text Placeholder 6">
            <a:extLst>
              <a:ext uri="{FF2B5EF4-FFF2-40B4-BE49-F238E27FC236}">
                <a16:creationId xmlns:a16="http://schemas.microsoft.com/office/drawing/2014/main" id="{1946E8EE-8472-1CFD-5A2C-15B385B47AB0}"/>
              </a:ext>
            </a:extLst>
          </p:cNvPr>
          <p:cNvSpPr>
            <a:spLocks noGrp="1"/>
          </p:cNvSpPr>
          <p:nvPr>
            <p:ph type="body" idx="1"/>
          </p:nvPr>
        </p:nvSpPr>
        <p:spPr>
          <a:xfrm>
            <a:off x="115676" y="1535113"/>
            <a:ext cx="4040188" cy="639762"/>
          </a:xfrm>
        </p:spPr>
        <p:txBody>
          <a:bodyPr>
            <a:normAutofit fontScale="92500"/>
          </a:bodyPr>
          <a:lstStyle/>
          <a:p>
            <a:r>
              <a:rPr lang="en-US"/>
              <a:t>Personal Folder Champion Doc</a:t>
            </a:r>
          </a:p>
        </p:txBody>
      </p:sp>
      <p:graphicFrame>
        <p:nvGraphicFramePr>
          <p:cNvPr id="13" name="Content Placeholder 12">
            <a:extLst>
              <a:ext uri="{FF2B5EF4-FFF2-40B4-BE49-F238E27FC236}">
                <a16:creationId xmlns:a16="http://schemas.microsoft.com/office/drawing/2014/main" id="{CCC42E46-3155-4D04-9AA0-33E92769C47C}"/>
              </a:ext>
            </a:extLst>
          </p:cNvPr>
          <p:cNvGraphicFramePr>
            <a:graphicFrameLocks noGrp="1"/>
          </p:cNvGraphicFramePr>
          <p:nvPr>
            <p:ph sz="half" idx="2"/>
            <p:extLst>
              <p:ext uri="{D42A27DB-BD31-4B8C-83A1-F6EECF244321}">
                <p14:modId xmlns:p14="http://schemas.microsoft.com/office/powerpoint/2010/main" val="2395166730"/>
              </p:ext>
            </p:extLst>
          </p:nvPr>
        </p:nvGraphicFramePr>
        <p:xfrm>
          <a:off x="115676" y="2174875"/>
          <a:ext cx="4223396" cy="3337559"/>
        </p:xfrm>
        <a:graphic>
          <a:graphicData uri="http://schemas.openxmlformats.org/drawingml/2006/table">
            <a:tbl>
              <a:tblPr firstRow="1" bandRow="1">
                <a:tableStyleId>{5C22544A-7EE6-4342-B048-85BDC9FD1C3A}</a:tableStyleId>
              </a:tblPr>
              <a:tblGrid>
                <a:gridCol w="994173">
                  <a:extLst>
                    <a:ext uri="{9D8B030D-6E8A-4147-A177-3AD203B41FA5}">
                      <a16:colId xmlns:a16="http://schemas.microsoft.com/office/drawing/2014/main" val="2108326749"/>
                    </a:ext>
                  </a:extLst>
                </a:gridCol>
                <a:gridCol w="793992">
                  <a:extLst>
                    <a:ext uri="{9D8B030D-6E8A-4147-A177-3AD203B41FA5}">
                      <a16:colId xmlns:a16="http://schemas.microsoft.com/office/drawing/2014/main" val="2589753761"/>
                    </a:ext>
                  </a:extLst>
                </a:gridCol>
                <a:gridCol w="745873">
                  <a:extLst>
                    <a:ext uri="{9D8B030D-6E8A-4147-A177-3AD203B41FA5}">
                      <a16:colId xmlns:a16="http://schemas.microsoft.com/office/drawing/2014/main" val="3024431330"/>
                    </a:ext>
                  </a:extLst>
                </a:gridCol>
                <a:gridCol w="844679">
                  <a:extLst>
                    <a:ext uri="{9D8B030D-6E8A-4147-A177-3AD203B41FA5}">
                      <a16:colId xmlns:a16="http://schemas.microsoft.com/office/drawing/2014/main" val="57752409"/>
                    </a:ext>
                  </a:extLst>
                </a:gridCol>
                <a:gridCol w="844679">
                  <a:extLst>
                    <a:ext uri="{9D8B030D-6E8A-4147-A177-3AD203B41FA5}">
                      <a16:colId xmlns:a16="http://schemas.microsoft.com/office/drawing/2014/main" val="529277892"/>
                    </a:ext>
                  </a:extLst>
                </a:gridCol>
              </a:tblGrid>
              <a:tr h="370840">
                <a:tc>
                  <a:txBody>
                    <a:bodyPr/>
                    <a:lstStyle/>
                    <a:p>
                      <a:r>
                        <a:rPr lang="en-US"/>
                        <a:t>Team</a:t>
                      </a:r>
                    </a:p>
                  </a:txBody>
                  <a:tcPr/>
                </a:tc>
                <a:tc>
                  <a:txBody>
                    <a:bodyPr/>
                    <a:lstStyle/>
                    <a:p>
                      <a:r>
                        <a:rPr lang="en-US"/>
                        <a:t>0-CdA</a:t>
                      </a:r>
                    </a:p>
                  </a:txBody>
                  <a:tcPr/>
                </a:tc>
                <a:tc>
                  <a:txBody>
                    <a:bodyPr/>
                    <a:lstStyle/>
                    <a:p>
                      <a:r>
                        <a:rPr lang="en-US"/>
                        <a:t>1-Tan</a:t>
                      </a:r>
                    </a:p>
                  </a:txBody>
                  <a:tcPr/>
                </a:tc>
                <a:tc>
                  <a:txBody>
                    <a:bodyPr/>
                    <a:lstStyle/>
                    <a:p>
                      <a:r>
                        <a:rPr lang="en-US"/>
                        <a:t>2-CVS</a:t>
                      </a:r>
                    </a:p>
                  </a:txBody>
                  <a:tcPr/>
                </a:tc>
                <a:tc>
                  <a:txBody>
                    <a:bodyPr/>
                    <a:lstStyle/>
                    <a:p>
                      <a:r>
                        <a:rPr lang="en-US"/>
                        <a:t>3-IGT</a:t>
                      </a:r>
                    </a:p>
                  </a:txBody>
                  <a:tcPr/>
                </a:tc>
                <a:extLst>
                  <a:ext uri="{0D108BD9-81ED-4DB2-BD59-A6C34878D82A}">
                    <a16:rowId xmlns:a16="http://schemas.microsoft.com/office/drawing/2014/main" val="1030899127"/>
                  </a:ext>
                </a:extLst>
              </a:tr>
              <a:tr h="370840">
                <a:tc>
                  <a:txBody>
                    <a:bodyPr/>
                    <a:lstStyle/>
                    <a:p>
                      <a:r>
                        <a:rPr lang="en-US">
                          <a:solidFill>
                            <a:srgbClr val="FFFFFF"/>
                          </a:solidFill>
                        </a:rPr>
                        <a:t>TL1</a:t>
                      </a:r>
                    </a:p>
                  </a:txBody>
                  <a:tcPr>
                    <a:solidFill>
                      <a:srgbClr val="4F81BD"/>
                    </a:solidFill>
                  </a:tcPr>
                </a:tc>
                <a:tc>
                  <a:txBody>
                    <a:bodyPr/>
                    <a:lstStyle/>
                    <a:p>
                      <a:pPr algn="ctr"/>
                      <a:r>
                        <a:rPr lang="en-US"/>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tc>
                <a:extLst>
                  <a:ext uri="{0D108BD9-81ED-4DB2-BD59-A6C34878D82A}">
                    <a16:rowId xmlns:a16="http://schemas.microsoft.com/office/drawing/2014/main" val="484795729"/>
                  </a:ext>
                </a:extLst>
              </a:tr>
              <a:tr h="370840">
                <a:tc>
                  <a:txBody>
                    <a:bodyPr/>
                    <a:lstStyle/>
                    <a:p>
                      <a:r>
                        <a:rPr lang="en-US">
                          <a:solidFill>
                            <a:srgbClr val="FFFFFF"/>
                          </a:solidFill>
                        </a:rPr>
                        <a:t>TL2</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sym typeface="Wingdings" panose="05000000000000000000" pitchFamily="2" charset="2"/>
                        </a:rPr>
                        <a:t>✔</a:t>
                      </a:r>
                    </a:p>
                  </a:txBody>
                  <a:tcPr/>
                </a:tc>
                <a:extLst>
                  <a:ext uri="{0D108BD9-81ED-4DB2-BD59-A6C34878D82A}">
                    <a16:rowId xmlns:a16="http://schemas.microsoft.com/office/drawing/2014/main" val="1545649443"/>
                  </a:ext>
                </a:extLst>
              </a:tr>
              <a:tr h="370840">
                <a:tc>
                  <a:txBody>
                    <a:bodyPr/>
                    <a:lstStyle/>
                    <a:p>
                      <a:r>
                        <a:rPr lang="en-US">
                          <a:solidFill>
                            <a:srgbClr val="FFFFFF"/>
                          </a:solidFill>
                        </a:rPr>
                        <a:t>TL2+</a:t>
                      </a:r>
                    </a:p>
                  </a:txBody>
                  <a:tcPr>
                    <a:solidFill>
                      <a:srgbClr val="4F81BD"/>
                    </a:solidFill>
                  </a:tcPr>
                </a:tc>
                <a:tc>
                  <a:txBody>
                    <a:bodyPr/>
                    <a:lstStyle/>
                    <a:p>
                      <a:pPr algn="ctr"/>
                      <a:r>
                        <a:rPr lang="en-US"/>
                        <a:t>N/A</a:t>
                      </a:r>
                    </a:p>
                  </a:txBody>
                  <a:tcPr/>
                </a:tc>
                <a:tc>
                  <a:txBody>
                    <a:bodyPr/>
                    <a:lstStyle/>
                    <a:p>
                      <a:pPr algn="ctr"/>
                      <a:endParaRPr lang="en-US"/>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sym typeface="Wingdings" panose="05000000000000000000" pitchFamily="2" charset="2"/>
                        </a:rPr>
                        <a:t>✔</a:t>
                      </a:r>
                    </a:p>
                  </a:txBody>
                  <a:tcPr/>
                </a:tc>
                <a:extLst>
                  <a:ext uri="{0D108BD9-81ED-4DB2-BD59-A6C34878D82A}">
                    <a16:rowId xmlns:a16="http://schemas.microsoft.com/office/drawing/2014/main" val="4211494988"/>
                  </a:ext>
                </a:extLst>
              </a:tr>
              <a:tr h="370840">
                <a:tc>
                  <a:txBody>
                    <a:bodyPr/>
                    <a:lstStyle/>
                    <a:p>
                      <a:r>
                        <a:rPr lang="en-US">
                          <a:solidFill>
                            <a:srgbClr val="FFFFFF"/>
                          </a:solidFill>
                        </a:rPr>
                        <a:t>TL3</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N/A</a:t>
                      </a:r>
                    </a:p>
                  </a:txBody>
                  <a:tcPr/>
                </a:tc>
                <a:tc>
                  <a:txBody>
                    <a:bodyPr/>
                    <a:lstStyle/>
                    <a:p>
                      <a:pPr algn="ctr"/>
                      <a:endParaRPr lang="en-US"/>
                    </a:p>
                  </a:txBody>
                  <a:tcPr/>
                </a:tc>
                <a:tc>
                  <a:txBody>
                    <a:bodyPr/>
                    <a:lstStyle/>
                    <a:p>
                      <a:pPr algn="ctr"/>
                      <a:r>
                        <a:rPr lang="en-US"/>
                        <a:t>❌</a:t>
                      </a:r>
                      <a:endParaRPr lang="en-US">
                        <a:sym typeface="Wingdings" panose="05000000000000000000" pitchFamily="2" charset="2"/>
                      </a:endParaRPr>
                    </a:p>
                  </a:txBody>
                  <a:tcPr/>
                </a:tc>
                <a:extLst>
                  <a:ext uri="{0D108BD9-81ED-4DB2-BD59-A6C34878D82A}">
                    <a16:rowId xmlns:a16="http://schemas.microsoft.com/office/drawing/2014/main" val="2877208257"/>
                  </a:ext>
                </a:extLst>
              </a:tr>
              <a:tr h="370840">
                <a:tc>
                  <a:txBody>
                    <a:bodyPr/>
                    <a:lstStyle/>
                    <a:p>
                      <a:r>
                        <a:rPr lang="en-US">
                          <a:solidFill>
                            <a:srgbClr val="FFFFFF"/>
                          </a:solidFill>
                        </a:rPr>
                        <a:t>TL4</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tc>
                <a:extLst>
                  <a:ext uri="{0D108BD9-81ED-4DB2-BD59-A6C34878D82A}">
                    <a16:rowId xmlns:a16="http://schemas.microsoft.com/office/drawing/2014/main" val="543349195"/>
                  </a:ext>
                </a:extLst>
              </a:tr>
              <a:tr h="370840">
                <a:tc>
                  <a:txBody>
                    <a:bodyPr/>
                    <a:lstStyle/>
                    <a:p>
                      <a:r>
                        <a:rPr lang="en-US">
                          <a:solidFill>
                            <a:srgbClr val="FFFFFF"/>
                          </a:solidFill>
                        </a:rPr>
                        <a:t>TL5</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N/A</a:t>
                      </a:r>
                    </a:p>
                  </a:txBody>
                  <a:tcPr/>
                </a:tc>
                <a:tc>
                  <a:txBody>
                    <a:bodyPr/>
                    <a:lstStyle/>
                    <a:p>
                      <a:pPr algn="ctr"/>
                      <a:endParaRPr lang="en-US"/>
                    </a:p>
                  </a:txBody>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tc>
                <a:extLst>
                  <a:ext uri="{0D108BD9-81ED-4DB2-BD59-A6C34878D82A}">
                    <a16:rowId xmlns:a16="http://schemas.microsoft.com/office/drawing/2014/main" val="1197243846"/>
                  </a:ext>
                </a:extLst>
              </a:tr>
              <a:tr h="370840">
                <a:tc>
                  <a:txBody>
                    <a:bodyPr/>
                    <a:lstStyle/>
                    <a:p>
                      <a:r>
                        <a:rPr lang="en-US">
                          <a:solidFill>
                            <a:srgbClr val="FFFFFF"/>
                          </a:solidFill>
                        </a:rPr>
                        <a:t>TL6</a:t>
                      </a:r>
                    </a:p>
                  </a:txBody>
                  <a:tcPr>
                    <a:solidFill>
                      <a:srgbClr val="4F81BD"/>
                    </a:solidFill>
                  </a:tcPr>
                </a:tc>
                <a:tc>
                  <a:txBody>
                    <a:bodyPr/>
                    <a:lstStyle/>
                    <a:p>
                      <a:pPr lvl="0" algn="ctr">
                        <a:buNone/>
                      </a:pPr>
                      <a:r>
                        <a:rPr lang="en-US" sz="1800" u="none" strike="noStrike" noProof="0">
                          <a:solidFill>
                            <a:srgbClr val="000000"/>
                          </a:solidFill>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algn="ctr"/>
                      <a:r>
                        <a:rPr lang="en-US"/>
                        <a:t>❌</a:t>
                      </a:r>
                      <a:endParaRPr lang="en-US">
                        <a:sym typeface="Wingdings" panose="05000000000000000000" pitchFamily="2" charset="2"/>
                      </a:endParaRPr>
                    </a:p>
                  </a:txBody>
                  <a:tcPr/>
                </a:tc>
                <a:extLst>
                  <a:ext uri="{0D108BD9-81ED-4DB2-BD59-A6C34878D82A}">
                    <a16:rowId xmlns:a16="http://schemas.microsoft.com/office/drawing/2014/main" val="757675560"/>
                  </a:ext>
                </a:extLst>
              </a:tr>
              <a:tr h="370839">
                <a:tc>
                  <a:txBody>
                    <a:bodyPr/>
                    <a:lstStyle/>
                    <a:p>
                      <a:pPr lvl="0">
                        <a:buNone/>
                      </a:pPr>
                      <a:r>
                        <a:rPr lang="en-US">
                          <a:solidFill>
                            <a:srgbClr val="FFFFFF"/>
                          </a:solidFill>
                        </a:rPr>
                        <a:t>GANTT</a:t>
                      </a:r>
                    </a:p>
                  </a:txBody>
                  <a:tcPr>
                    <a:solidFill>
                      <a:srgbClr val="ED7D31"/>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solidFill>
                      <a:srgbClr val="ED7D3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solidFill>
                      <a:srgbClr val="ED7D31"/>
                    </a:solidFill>
                  </a:tcPr>
                </a:tc>
                <a:tc>
                  <a:txBody>
                    <a:bodyPr/>
                    <a:lstStyle/>
                    <a:p>
                      <a:pPr lvl="0" algn="ctr">
                        <a:buNone/>
                      </a:pPr>
                      <a:endParaRPr lang="en-US"/>
                    </a:p>
                  </a:txBody>
                  <a:tcPr>
                    <a:solidFill>
                      <a:srgbClr val="ED7D31"/>
                    </a:solidFill>
                  </a:tcPr>
                </a:tc>
                <a:tc>
                  <a:txBody>
                    <a:bodyPr/>
                    <a:lstStyle/>
                    <a:p>
                      <a:pPr marL="0" marR="0" lvl="0" indent="0" algn="ctr">
                        <a:lnSpc>
                          <a:spcPct val="100000"/>
                        </a:lnSpc>
                        <a:spcBef>
                          <a:spcPts val="0"/>
                        </a:spcBef>
                        <a:spcAft>
                          <a:spcPts val="0"/>
                        </a:spcAft>
                        <a:buNone/>
                      </a:pPr>
                      <a:r>
                        <a:rPr lang="en-US" sz="1800" u="none" strike="noStrike" noProof="0">
                          <a:solidFill>
                            <a:srgbClr val="000000"/>
                          </a:solidFill>
                        </a:rPr>
                        <a:t>✔</a:t>
                      </a:r>
                    </a:p>
                  </a:txBody>
                  <a:tcPr>
                    <a:solidFill>
                      <a:srgbClr val="ED7D31"/>
                    </a:solidFill>
                  </a:tcPr>
                </a:tc>
                <a:extLst>
                  <a:ext uri="{0D108BD9-81ED-4DB2-BD59-A6C34878D82A}">
                    <a16:rowId xmlns:a16="http://schemas.microsoft.com/office/drawing/2014/main" val="1836645204"/>
                  </a:ext>
                </a:extLst>
              </a:tr>
            </a:tbl>
          </a:graphicData>
        </a:graphic>
      </p:graphicFrame>
      <p:sp>
        <p:nvSpPr>
          <p:cNvPr id="9" name="Text Placeholder 8">
            <a:extLst>
              <a:ext uri="{FF2B5EF4-FFF2-40B4-BE49-F238E27FC236}">
                <a16:creationId xmlns:a16="http://schemas.microsoft.com/office/drawing/2014/main" id="{2B1F6555-CA05-981E-FC95-AB539C86B670}"/>
              </a:ext>
            </a:extLst>
          </p:cNvPr>
          <p:cNvSpPr>
            <a:spLocks noGrp="1"/>
          </p:cNvSpPr>
          <p:nvPr>
            <p:ph type="body" sz="quarter" idx="3"/>
          </p:nvPr>
        </p:nvSpPr>
        <p:spPr>
          <a:xfrm>
            <a:off x="5339091" y="1535113"/>
            <a:ext cx="3320168" cy="639762"/>
          </a:xfrm>
        </p:spPr>
        <p:txBody>
          <a:bodyPr>
            <a:normAutofit fontScale="92500"/>
          </a:bodyPr>
          <a:lstStyle/>
          <a:p>
            <a:r>
              <a:rPr lang="en-US"/>
              <a:t>Presentation Links</a:t>
            </a:r>
          </a:p>
        </p:txBody>
      </p:sp>
      <p:graphicFrame>
        <p:nvGraphicFramePr>
          <p:cNvPr id="14" name="Content Placeholder 13">
            <a:extLst>
              <a:ext uri="{FF2B5EF4-FFF2-40B4-BE49-F238E27FC236}">
                <a16:creationId xmlns:a16="http://schemas.microsoft.com/office/drawing/2014/main" id="{DAC27A2E-7B09-DE12-C7A6-0CD8FE370F10}"/>
              </a:ext>
            </a:extLst>
          </p:cNvPr>
          <p:cNvGraphicFramePr>
            <a:graphicFrameLocks noGrp="1"/>
          </p:cNvGraphicFramePr>
          <p:nvPr>
            <p:ph sz="quarter" idx="4"/>
            <p:extLst>
              <p:ext uri="{D42A27DB-BD31-4B8C-83A1-F6EECF244321}">
                <p14:modId xmlns:p14="http://schemas.microsoft.com/office/powerpoint/2010/main" val="3554797274"/>
              </p:ext>
            </p:extLst>
          </p:nvPr>
        </p:nvGraphicFramePr>
        <p:xfrm>
          <a:off x="4417764" y="2174875"/>
          <a:ext cx="4555470" cy="3708400"/>
        </p:xfrm>
        <a:graphic>
          <a:graphicData uri="http://schemas.openxmlformats.org/drawingml/2006/table">
            <a:tbl>
              <a:tblPr firstRow="1" bandRow="1">
                <a:tableStyleId>{5C22544A-7EE6-4342-B048-85BDC9FD1C3A}</a:tableStyleId>
              </a:tblPr>
              <a:tblGrid>
                <a:gridCol w="1465243">
                  <a:extLst>
                    <a:ext uri="{9D8B030D-6E8A-4147-A177-3AD203B41FA5}">
                      <a16:colId xmlns:a16="http://schemas.microsoft.com/office/drawing/2014/main" val="495048052"/>
                    </a:ext>
                  </a:extLst>
                </a:gridCol>
                <a:gridCol w="859316">
                  <a:extLst>
                    <a:ext uri="{9D8B030D-6E8A-4147-A177-3AD203B41FA5}">
                      <a16:colId xmlns:a16="http://schemas.microsoft.com/office/drawing/2014/main" val="3696422450"/>
                    </a:ext>
                  </a:extLst>
                </a:gridCol>
                <a:gridCol w="738130">
                  <a:extLst>
                    <a:ext uri="{9D8B030D-6E8A-4147-A177-3AD203B41FA5}">
                      <a16:colId xmlns:a16="http://schemas.microsoft.com/office/drawing/2014/main" val="4061582412"/>
                    </a:ext>
                  </a:extLst>
                </a:gridCol>
                <a:gridCol w="804231">
                  <a:extLst>
                    <a:ext uri="{9D8B030D-6E8A-4147-A177-3AD203B41FA5}">
                      <a16:colId xmlns:a16="http://schemas.microsoft.com/office/drawing/2014/main" val="1689415104"/>
                    </a:ext>
                  </a:extLst>
                </a:gridCol>
                <a:gridCol w="688550">
                  <a:extLst>
                    <a:ext uri="{9D8B030D-6E8A-4147-A177-3AD203B41FA5}">
                      <a16:colId xmlns:a16="http://schemas.microsoft.com/office/drawing/2014/main" val="1137693922"/>
                    </a:ext>
                  </a:extLst>
                </a:gridCol>
              </a:tblGrid>
              <a:tr h="370840">
                <a:tc>
                  <a:txBody>
                    <a:bodyPr/>
                    <a:lstStyle/>
                    <a:p>
                      <a:r>
                        <a:rPr lang="en-US"/>
                        <a:t>Team</a:t>
                      </a:r>
                    </a:p>
                  </a:txBody>
                  <a:tcPr/>
                </a:tc>
                <a:tc>
                  <a:txBody>
                    <a:bodyPr/>
                    <a:lstStyle/>
                    <a:p>
                      <a:r>
                        <a:rPr lang="en-US"/>
                        <a:t>0-CdA</a:t>
                      </a:r>
                    </a:p>
                  </a:txBody>
                  <a:tcPr/>
                </a:tc>
                <a:tc>
                  <a:txBody>
                    <a:bodyPr/>
                    <a:lstStyle/>
                    <a:p>
                      <a:r>
                        <a:rPr lang="en-US"/>
                        <a:t>1-Tan</a:t>
                      </a:r>
                    </a:p>
                  </a:txBody>
                  <a:tcPr/>
                </a:tc>
                <a:tc>
                  <a:txBody>
                    <a:bodyPr/>
                    <a:lstStyle/>
                    <a:p>
                      <a:r>
                        <a:rPr lang="en-US"/>
                        <a:t>2-CVS</a:t>
                      </a:r>
                    </a:p>
                  </a:txBody>
                  <a:tcPr/>
                </a:tc>
                <a:tc>
                  <a:txBody>
                    <a:bodyPr/>
                    <a:lstStyle/>
                    <a:p>
                      <a:r>
                        <a:rPr lang="en-US"/>
                        <a:t>3-IGT</a:t>
                      </a:r>
                    </a:p>
                  </a:txBody>
                  <a:tcPr/>
                </a:tc>
                <a:extLst>
                  <a:ext uri="{0D108BD9-81ED-4DB2-BD59-A6C34878D82A}">
                    <a16:rowId xmlns:a16="http://schemas.microsoft.com/office/drawing/2014/main" val="4160866544"/>
                  </a:ext>
                </a:extLst>
              </a:tr>
              <a:tr h="370840">
                <a:tc>
                  <a:txBody>
                    <a:bodyPr/>
                    <a:lstStyle/>
                    <a:p>
                      <a:r>
                        <a:rPr lang="en-US">
                          <a:solidFill>
                            <a:schemeClr val="bg1"/>
                          </a:solidFill>
                        </a:rPr>
                        <a:t>SA Pres slides</a:t>
                      </a: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extLst>
                  <a:ext uri="{0D108BD9-81ED-4DB2-BD59-A6C34878D82A}">
                    <a16:rowId xmlns:a16="http://schemas.microsoft.com/office/drawing/2014/main" val="1608537243"/>
                  </a:ext>
                </a:extLst>
              </a:tr>
              <a:tr h="370840">
                <a:tc>
                  <a:txBody>
                    <a:bodyPr/>
                    <a:lstStyle/>
                    <a:p>
                      <a:r>
                        <a:rPr lang="en-US" sz="1800" b="0" i="0" kern="1200">
                          <a:solidFill>
                            <a:schemeClr val="bg1"/>
                          </a:solidFill>
                          <a:effectLst/>
                          <a:latin typeface="+mn-lt"/>
                          <a:ea typeface="+mn-ea"/>
                          <a:cs typeface="+mn-cs"/>
                        </a:rPr>
                        <a:t>TL1 - slides</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algn="ctr"/>
                      <a:r>
                        <a:rPr lang="en-US"/>
                        <a:t>✔</a:t>
                      </a:r>
                    </a:p>
                  </a:txBody>
                  <a:tcPr/>
                </a:tc>
                <a:extLst>
                  <a:ext uri="{0D108BD9-81ED-4DB2-BD59-A6C34878D82A}">
                    <a16:rowId xmlns:a16="http://schemas.microsoft.com/office/drawing/2014/main" val="426802104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TL1 - video</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lvl="0" algn="ctr">
                        <a:buNone/>
                      </a:pPr>
                      <a:r>
                        <a:rPr lang="en-US" sz="1800" b="0" i="0" u="none" strike="noStrike" noProof="0">
                          <a:solidFill>
                            <a:srgbClr val="000000"/>
                          </a:solidFill>
                          <a:latin typeface="Calibri"/>
                          <a:ea typeface="Calibri"/>
                          <a:cs typeface="Calibri"/>
                        </a:rPr>
                        <a:t>✔</a:t>
                      </a:r>
                    </a:p>
                  </a:txBody>
                  <a:tcPr/>
                </a:tc>
                <a:extLst>
                  <a:ext uri="{0D108BD9-81ED-4DB2-BD59-A6C34878D82A}">
                    <a16:rowId xmlns:a16="http://schemas.microsoft.com/office/drawing/2014/main" val="2942306104"/>
                  </a:ext>
                </a:extLst>
              </a:tr>
              <a:tr h="370840">
                <a:tc>
                  <a:txBody>
                    <a:bodyPr/>
                    <a:lstStyle/>
                    <a:p>
                      <a:r>
                        <a:rPr lang="en-US" sz="1800" b="0" i="0" kern="1200">
                          <a:solidFill>
                            <a:schemeClr val="bg1"/>
                          </a:solidFill>
                          <a:effectLst/>
                          <a:latin typeface="+mn-lt"/>
                          <a:ea typeface="+mn-ea"/>
                          <a:cs typeface="+mn-cs"/>
                        </a:rPr>
                        <a:t>TL2 - slides</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54906858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TL2 - video</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6382316"/>
                  </a:ext>
                </a:extLst>
              </a:tr>
              <a:tr h="370840">
                <a:tc>
                  <a:txBody>
                    <a:bodyPr/>
                    <a:lstStyle/>
                    <a:p>
                      <a:r>
                        <a:rPr lang="en-US" sz="1800" b="0" i="0" kern="1200">
                          <a:solidFill>
                            <a:schemeClr val="bg1"/>
                          </a:solidFill>
                          <a:effectLst/>
                          <a:latin typeface="+mn-lt"/>
                          <a:ea typeface="+mn-ea"/>
                          <a:cs typeface="+mn-cs"/>
                        </a:rPr>
                        <a:t>TL4 - slides</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20810391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TL4 - video</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999537596"/>
                  </a:ext>
                </a:extLst>
              </a:tr>
              <a:tr h="370840">
                <a:tc>
                  <a:txBody>
                    <a:bodyPr/>
                    <a:lstStyle/>
                    <a:p>
                      <a:r>
                        <a:rPr lang="en-US" sz="1800" b="0" i="0" kern="1200">
                          <a:solidFill>
                            <a:schemeClr val="bg1"/>
                          </a:solidFill>
                          <a:effectLst/>
                          <a:latin typeface="+mn-lt"/>
                          <a:ea typeface="+mn-ea"/>
                          <a:cs typeface="+mn-cs"/>
                        </a:rPr>
                        <a:t>TL5 - slides</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69506455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a:solidFill>
                            <a:schemeClr val="bg1"/>
                          </a:solidFill>
                          <a:effectLst/>
                          <a:latin typeface="+mn-lt"/>
                          <a:ea typeface="+mn-ea"/>
                          <a:cs typeface="+mn-cs"/>
                        </a:rPr>
                        <a:t>TL5 - video</a:t>
                      </a:r>
                      <a:endParaRPr lang="en-US">
                        <a:solidFill>
                          <a:schemeClr val="bg1"/>
                        </a:solidFill>
                      </a:endParaRPr>
                    </a:p>
                  </a:txBody>
                  <a:tcPr>
                    <a:solidFill>
                      <a:srgbClr val="4F81BD"/>
                    </a:solidFill>
                  </a:tcPr>
                </a:tc>
                <a:tc>
                  <a:txBody>
                    <a:bodyPr/>
                    <a:lstStyle/>
                    <a:p>
                      <a:pPr lvl="0" algn="ctr">
                        <a:buNone/>
                      </a:pPr>
                      <a:r>
                        <a:rPr lang="en-US" sz="1800" b="0" i="0" u="none" strike="noStrike" noProof="0">
                          <a:solidFill>
                            <a:srgbClr val="000000"/>
                          </a:solidFill>
                          <a:latin typeface="Calibri"/>
                          <a:ea typeface="Calibri"/>
                          <a:cs typeface="Calibri"/>
                        </a:rPr>
                        <a:t>✔</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893734916"/>
                  </a:ext>
                </a:extLst>
              </a:tr>
            </a:tbl>
          </a:graphicData>
        </a:graphic>
      </p:graphicFrame>
      <p:sp>
        <p:nvSpPr>
          <p:cNvPr id="15" name="TextBox 14">
            <a:extLst>
              <a:ext uri="{FF2B5EF4-FFF2-40B4-BE49-F238E27FC236}">
                <a16:creationId xmlns:a16="http://schemas.microsoft.com/office/drawing/2014/main" id="{80B48ACE-F942-B792-8EB5-6F379BA38386}"/>
              </a:ext>
            </a:extLst>
          </p:cNvPr>
          <p:cNvSpPr txBox="1"/>
          <p:nvPr/>
        </p:nvSpPr>
        <p:spPr>
          <a:xfrm>
            <a:off x="719032" y="6361811"/>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Tree>
    <p:extLst>
      <p:ext uri="{BB962C8B-B14F-4D97-AF65-F5344CB8AC3E}">
        <p14:creationId xmlns:p14="http://schemas.microsoft.com/office/powerpoint/2010/main" val="2566520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A — Ownership &amp; Recovery</a:t>
            </a:r>
          </a:p>
        </p:txBody>
      </p:sp>
      <p:sp>
        <p:nvSpPr>
          <p:cNvPr id="3" name="Text Placeholder 2"/>
          <p:cNvSpPr>
            <a:spLocks noGrp="1"/>
          </p:cNvSpPr>
          <p:nvPr>
            <p:ph type="body" idx="1"/>
          </p:nvPr>
        </p:nvSpPr>
        <p:spPr/>
        <p:txBody>
          <a:bodyPr/>
          <a:lstStyle/>
          <a:p>
            <a:r>
              <a:t>Own your directory · the audit enforces it · recover from anything</a:t>
            </a:r>
          </a:p>
        </p:txBody>
      </p:sp>
      <p:sp>
        <p:nvSpPr>
          <p:cNvPr id="4" name="TextBox 3">
            <a:extLst>
              <a:ext uri="{FF2B5EF4-FFF2-40B4-BE49-F238E27FC236}">
                <a16:creationId xmlns:a16="http://schemas.microsoft.com/office/drawing/2014/main" id="{F459E5DA-EA39-70B8-44D5-12C31B87C410}"/>
              </a:ext>
            </a:extLst>
          </p:cNvPr>
          <p:cNvSpPr txBox="1"/>
          <p:nvPr/>
        </p:nvSpPr>
        <p:spPr>
          <a:xfrm>
            <a:off x="724067" y="6371882"/>
            <a:ext cx="2500010" cy="369332"/>
          </a:xfrm>
          <a:prstGeom prst="rect">
            <a:avLst/>
          </a:prstGeom>
          <a:noFill/>
        </p:spPr>
        <p:txBody>
          <a:bodyPr wrap="square" lIns="91440" tIns="45720" rIns="91440" bIns="45720" rtlCol="0" anchor="t">
            <a:spAutoFit/>
          </a:bodyPr>
          <a:lstStyle/>
          <a:p>
            <a:r>
              <a:rPr lang="en-US">
                <a:solidFill>
                  <a:schemeClr val="bg1"/>
                </a:solidFill>
              </a:rPr>
              <a:t>Chris</a:t>
            </a:r>
          </a:p>
        </p:txBody>
      </p:sp>
      <p:sp>
        <p:nvSpPr>
          <p:cNvPr id="6" name="Rectangle 5">
            <a:extLst>
              <a:ext uri="{FF2B5EF4-FFF2-40B4-BE49-F238E27FC236}">
                <a16:creationId xmlns:a16="http://schemas.microsoft.com/office/drawing/2014/main" id="{BB3D6C48-AB37-61B2-8E35-E3E6F711975F}"/>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85219FA-9E73-25D5-6810-71D7A7FDA99E}"/>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Recap — the Git Policy</a:t>
            </a:r>
          </a:p>
        </p:txBody>
      </p:sp>
      <p:sp>
        <p:nvSpPr>
          <p:cNvPr id="3" name="Content Placeholder 2"/>
          <p:cNvSpPr>
            <a:spLocks noGrp="1"/>
          </p:cNvSpPr>
          <p:nvPr>
            <p:ph idx="1"/>
          </p:nvPr>
        </p:nvSpPr>
        <p:spPr/>
        <p:txBody>
          <a:bodyPr>
            <a:normAutofit lnSpcReduction="10000"/>
          </a:bodyPr>
          <a:lstStyle/>
          <a:p>
            <a:r>
              <a:t>Trunk-based development: everyone commits directly to main. No private branches.</a:t>
            </a:r>
          </a:p>
          <a:p>
            <a:r>
              <a:t>Pull before you work; push every session.</a:t>
            </a:r>
          </a:p>
          <a:p>
            <a:r>
              <a:t>main must build and run at every status report (verified by TL3).</a:t>
            </a:r>
          </a:p>
          <a:p>
            <a:r>
              <a:t>Small commits that integrate constantly beat big merges that rewrite.</a:t>
            </a:r>
          </a:p>
          <a:p>
            <a:r>
              <a:t>Stale code — not branching — is what destroys student teams.</a:t>
            </a:r>
          </a:p>
        </p:txBody>
      </p:sp>
      <p:sp>
        <p:nvSpPr>
          <p:cNvPr id="4" name="TextBox 3">
            <a:extLst>
              <a:ext uri="{FF2B5EF4-FFF2-40B4-BE49-F238E27FC236}">
                <a16:creationId xmlns:a16="http://schemas.microsoft.com/office/drawing/2014/main" id="{3E1DAF4D-2E38-C11B-E911-08CCB8362B47}"/>
              </a:ext>
            </a:extLst>
          </p:cNvPr>
          <p:cNvSpPr txBox="1"/>
          <p:nvPr/>
        </p:nvSpPr>
        <p:spPr>
          <a:xfrm>
            <a:off x="719032"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F56FC503-1DC6-446B-6900-80392FB116FA}"/>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175A4632-1173-D424-354B-891E95AE4F71}"/>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Ownership &amp; the Audit</a:t>
            </a:r>
          </a:p>
        </p:txBody>
      </p:sp>
      <p:sp>
        <p:nvSpPr>
          <p:cNvPr id="3" name="Content Placeholder 2"/>
          <p:cNvSpPr>
            <a:spLocks noGrp="1"/>
          </p:cNvSpPr>
          <p:nvPr>
            <p:ph idx="1"/>
          </p:nvPr>
        </p:nvSpPr>
        <p:spPr/>
        <p:txBody>
          <a:bodyPr>
            <a:normAutofit fontScale="92500" lnSpcReduction="20000"/>
          </a:bodyPr>
          <a:lstStyle/>
          <a:p>
            <a:r>
              <a:t>Every developer owns ONE directory. No one merges into anyone else's.</a:t>
            </a:r>
          </a:p>
          <a:p>
            <a:r>
              <a:t>CODEOWNERS records who owns what.</a:t>
            </a:r>
          </a:p>
          <a:p>
            <a:r>
              <a:t>A GitHub Action audits every push to main and flags any change outside the author's own directory.</a:t>
            </a:r>
          </a:p>
          <a:p>
            <a:r>
              <a:t>One sanctioned exception: TL6's platform builds near release.</a:t>
            </a:r>
          </a:p>
          <a:p>
            <a:r>
              <a:t>This includes tests — each of you owns your own test folder (matters for TL3's tests shortly).</a:t>
            </a:r>
          </a:p>
        </p:txBody>
      </p:sp>
      <p:sp>
        <p:nvSpPr>
          <p:cNvPr id="4" name="TextBox 3">
            <a:extLst>
              <a:ext uri="{FF2B5EF4-FFF2-40B4-BE49-F238E27FC236}">
                <a16:creationId xmlns:a16="http://schemas.microsoft.com/office/drawing/2014/main" id="{621C6E7F-213B-3F90-C7EB-52140BF16FC3}"/>
              </a:ext>
            </a:extLst>
          </p:cNvPr>
          <p:cNvSpPr txBox="1"/>
          <p:nvPr/>
        </p:nvSpPr>
        <p:spPr>
          <a:xfrm>
            <a:off x="729102"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8DABD1C9-49F1-9F23-BD57-EEEB4B2DC731}"/>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5790508C-5879-9768-4E9E-D244165B1A80}"/>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CODEOWNERS — One Line Per Directory</a:t>
            </a:r>
          </a:p>
        </p:txBody>
      </p:sp>
      <p:sp>
        <p:nvSpPr>
          <p:cNvPr id="3" name="Content Placeholder 2"/>
          <p:cNvSpPr>
            <a:spLocks noGrp="1"/>
          </p:cNvSpPr>
          <p:nvPr>
            <p:ph idx="1"/>
          </p:nvPr>
        </p:nvSpPr>
        <p:spPr/>
        <p:txBody>
          <a:bodyPr>
            <a:normAutofit/>
          </a:bodyPr>
          <a:lstStyle/>
          <a:p>
            <a:pPr marL="0" indent="0">
              <a:buNone/>
            </a:pPr>
            <a:r>
              <a:rPr sz="2000">
                <a:latin typeface="Consolas"/>
              </a:rPr>
              <a:t># .</a:t>
            </a:r>
            <a:r>
              <a:rPr sz="2000" err="1">
                <a:latin typeface="Consolas"/>
              </a:rPr>
              <a:t>github</a:t>
            </a:r>
            <a:r>
              <a:rPr sz="2000">
                <a:latin typeface="Consolas"/>
              </a:rPr>
              <a:t>/CODEOWNERS  — CS3383 [Team Name]</a:t>
            </a:r>
          </a:p>
          <a:p>
            <a:pPr marL="0" indent="0">
              <a:buNone/>
            </a:pPr>
            <a:r>
              <a:rPr sz="2000">
                <a:latin typeface="Consolas"/>
              </a:rPr>
              <a:t># Each developer owns their own directory.</a:t>
            </a:r>
          </a:p>
          <a:p>
            <a:pPr marL="0" indent="0">
              <a:buNone/>
            </a:pPr>
            <a:endParaRPr sz="2000">
              <a:latin typeface="Consolas"/>
            </a:endParaRPr>
          </a:p>
          <a:p>
            <a:pPr marL="0" indent="0">
              <a:buNone/>
            </a:pPr>
            <a:r>
              <a:rPr sz="2000">
                <a:latin typeface="Consolas"/>
              </a:rPr>
              <a:t>Assets/</a:t>
            </a:r>
            <a:r>
              <a:rPr sz="2000" err="1">
                <a:latin typeface="Consolas"/>
              </a:rPr>
              <a:t>src</a:t>
            </a:r>
            <a:r>
              <a:rPr sz="2000">
                <a:latin typeface="Consolas"/>
              </a:rPr>
              <a:t>/TL1_name/      @github_user_TL1</a:t>
            </a:r>
          </a:p>
          <a:p>
            <a:pPr marL="0" indent="0">
              <a:buNone/>
            </a:pPr>
            <a:r>
              <a:rPr sz="2000">
                <a:latin typeface="Consolas"/>
              </a:rPr>
              <a:t>Assets/</a:t>
            </a:r>
            <a:r>
              <a:rPr sz="2000" err="1">
                <a:latin typeface="Consolas"/>
              </a:rPr>
              <a:t>src</a:t>
            </a:r>
            <a:r>
              <a:rPr sz="2000">
                <a:latin typeface="Consolas"/>
              </a:rPr>
              <a:t>/TL2_name/      @github_user_TL2</a:t>
            </a:r>
          </a:p>
          <a:p>
            <a:pPr marL="0" indent="0">
              <a:buNone/>
            </a:pPr>
            <a:r>
              <a:rPr sz="2000">
                <a:latin typeface="Consolas"/>
              </a:rPr>
              <a:t>Assets/</a:t>
            </a:r>
            <a:r>
              <a:rPr sz="2000" err="1">
                <a:latin typeface="Consolas"/>
              </a:rPr>
              <a:t>tst</a:t>
            </a:r>
            <a:r>
              <a:rPr sz="2000">
                <a:latin typeface="Consolas"/>
              </a:rPr>
              <a:t>/TL1_name/      @github_user_TL1   # &lt;- your OWN test folder</a:t>
            </a:r>
          </a:p>
          <a:p>
            <a:pPr marL="0" indent="0">
              <a:buNone/>
            </a:pPr>
            <a:r>
              <a:rPr sz="2000">
                <a:latin typeface="Consolas"/>
              </a:rPr>
              <a:t>Assets/prefabs/TL1_name/  @github_user_TL1</a:t>
            </a:r>
          </a:p>
          <a:p>
            <a:pPr marL="0" indent="0">
              <a:buNone/>
            </a:pPr>
            <a:r>
              <a:rPr sz="2000">
                <a:latin typeface="Consolas"/>
              </a:rPr>
              <a:t>docs/TL1_name/            @github_user_TL1</a:t>
            </a:r>
          </a:p>
          <a:p>
            <a:pPr marL="0" indent="0">
              <a:buNone/>
            </a:pPr>
            <a:r>
              <a:rPr sz="2000">
                <a:latin typeface="Consolas"/>
              </a:rPr>
              <a:t># ... one set of lines per developer</a:t>
            </a:r>
          </a:p>
        </p:txBody>
      </p:sp>
      <p:sp>
        <p:nvSpPr>
          <p:cNvPr id="4" name="TextBox 3">
            <a:extLst>
              <a:ext uri="{FF2B5EF4-FFF2-40B4-BE49-F238E27FC236}">
                <a16:creationId xmlns:a16="http://schemas.microsoft.com/office/drawing/2014/main" id="{6471AF92-CF1E-B6D5-F0E0-5D4FAE4D1610}"/>
              </a:ext>
            </a:extLst>
          </p:cNvPr>
          <p:cNvSpPr txBox="1"/>
          <p:nvPr/>
        </p:nvSpPr>
        <p:spPr>
          <a:xfrm>
            <a:off x="719032"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929FBE68-1087-00C6-6A02-03B4F7D28318}"/>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3820C74-8C93-75D2-1CE8-51B0FEA2CFB5}"/>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Directory-Audit Action</a:t>
            </a:r>
          </a:p>
        </p:txBody>
      </p:sp>
      <p:sp>
        <p:nvSpPr>
          <p:cNvPr id="3" name="Content Placeholder 2"/>
          <p:cNvSpPr>
            <a:spLocks noGrp="1"/>
          </p:cNvSpPr>
          <p:nvPr>
            <p:ph idx="1"/>
          </p:nvPr>
        </p:nvSpPr>
        <p:spPr/>
        <p:txBody>
          <a:bodyPr>
            <a:normAutofit/>
          </a:bodyPr>
          <a:lstStyle/>
          <a:p>
            <a:pPr marL="0" indent="0">
              <a:buNone/>
            </a:pPr>
            <a:r>
              <a:rPr sz="2000">
                <a:latin typeface="Consolas"/>
              </a:rPr>
              <a:t># .</a:t>
            </a:r>
            <a:r>
              <a:rPr sz="2000" err="1">
                <a:latin typeface="Consolas"/>
              </a:rPr>
              <a:t>github</a:t>
            </a:r>
            <a:r>
              <a:rPr sz="2000">
                <a:latin typeface="Consolas"/>
              </a:rPr>
              <a:t>/workflows/directory-</a:t>
            </a:r>
            <a:r>
              <a:rPr sz="2000" err="1">
                <a:latin typeface="Consolas"/>
              </a:rPr>
              <a:t>audit.yml</a:t>
            </a:r>
            <a:endParaRPr sz="2000">
              <a:latin typeface="Consolas"/>
            </a:endParaRPr>
          </a:p>
          <a:p>
            <a:pPr marL="0" indent="0">
              <a:buNone/>
            </a:pPr>
            <a:r>
              <a:rPr sz="2000">
                <a:latin typeface="Consolas"/>
              </a:rPr>
              <a:t>name: Directory Audit</a:t>
            </a:r>
          </a:p>
          <a:p>
            <a:pPr marL="0" indent="0">
              <a:buNone/>
            </a:pPr>
            <a:r>
              <a:rPr sz="2000">
                <a:latin typeface="Consolas"/>
              </a:rPr>
              <a:t>on: [push]</a:t>
            </a:r>
          </a:p>
          <a:p>
            <a:pPr marL="0" indent="0">
              <a:buNone/>
            </a:pPr>
            <a:r>
              <a:rPr sz="2000">
                <a:latin typeface="Consolas"/>
              </a:rPr>
              <a:t>jobs:</a:t>
            </a:r>
          </a:p>
          <a:p>
            <a:pPr marL="0" indent="0">
              <a:buNone/>
            </a:pPr>
            <a:r>
              <a:rPr sz="2000">
                <a:latin typeface="Consolas"/>
              </a:rPr>
              <a:t>  audit:</a:t>
            </a:r>
          </a:p>
          <a:p>
            <a:pPr marL="0" indent="0">
              <a:buNone/>
            </a:pPr>
            <a:r>
              <a:rPr sz="2000">
                <a:latin typeface="Consolas"/>
              </a:rPr>
              <a:t>    runs-on: ubuntu-latest</a:t>
            </a:r>
          </a:p>
          <a:p>
            <a:pPr marL="0" indent="0">
              <a:buNone/>
            </a:pPr>
            <a:r>
              <a:rPr sz="2000">
                <a:latin typeface="Consolas"/>
              </a:rPr>
              <a:t>    steps:</a:t>
            </a:r>
          </a:p>
          <a:p>
            <a:pPr marL="0" indent="0">
              <a:buNone/>
            </a:pPr>
            <a:r>
              <a:rPr sz="2000">
                <a:latin typeface="Consolas"/>
              </a:rPr>
              <a:t>      - uses: actions/checkout@v4</a:t>
            </a:r>
          </a:p>
          <a:p>
            <a:pPr marL="0" indent="0">
              <a:buNone/>
            </a:pPr>
            <a:r>
              <a:rPr sz="2000">
                <a:latin typeface="Consolas"/>
              </a:rPr>
              <a:t>        with: { fetch-depth: 0 }</a:t>
            </a:r>
          </a:p>
          <a:p>
            <a:pPr marL="0" indent="0">
              <a:buNone/>
            </a:pPr>
            <a:r>
              <a:rPr sz="2000">
                <a:latin typeface="Consolas"/>
              </a:rPr>
              <a:t>      - name: Check changed paths vs CODEOWNERS</a:t>
            </a:r>
          </a:p>
          <a:p>
            <a:pPr marL="0" indent="0">
              <a:buNone/>
            </a:pPr>
            <a:r>
              <a:rPr sz="2000">
                <a:latin typeface="Consolas"/>
              </a:rPr>
              <a:t>        run: ./scripts/check_owners.sh</a:t>
            </a:r>
          </a:p>
        </p:txBody>
      </p:sp>
      <p:sp>
        <p:nvSpPr>
          <p:cNvPr id="4" name="TextBox 3">
            <a:extLst>
              <a:ext uri="{FF2B5EF4-FFF2-40B4-BE49-F238E27FC236}">
                <a16:creationId xmlns:a16="http://schemas.microsoft.com/office/drawing/2014/main" id="{543174AB-1E1B-7F8F-8292-E32A42C578AB}"/>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
        <p:nvSpPr>
          <p:cNvPr id="10" name="Rectangle 9">
            <a:extLst>
              <a:ext uri="{FF2B5EF4-FFF2-40B4-BE49-F238E27FC236}">
                <a16:creationId xmlns:a16="http://schemas.microsoft.com/office/drawing/2014/main" id="{75082325-346F-EEB3-6948-913EBFC673F9}"/>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BDE582E-9882-7E69-F8B2-C0C945EA587D}"/>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1 — The Audit Drill (and the clean revert)</a:t>
            </a:r>
          </a:p>
        </p:txBody>
      </p:sp>
      <p:sp>
        <p:nvSpPr>
          <p:cNvPr id="3" name="TextBox 2"/>
          <p:cNvSpPr txBox="1"/>
          <p:nvPr/>
        </p:nvSpPr>
        <p:spPr>
          <a:xfrm>
            <a:off x="548640" y="1554480"/>
            <a:ext cx="8229600" cy="4524315"/>
          </a:xfrm>
          <a:prstGeom prst="rect">
            <a:avLst/>
          </a:prstGeom>
          <a:noFill/>
        </p:spPr>
        <p:txBody>
          <a:bodyPr wrap="square">
            <a:spAutoFit/>
          </a:bodyPr>
          <a:lstStyle/>
          <a:p>
            <a:r>
              <a:rPr>
                <a:solidFill>
                  <a:schemeClr val="bg1"/>
                </a:solidFill>
                <a:latin typeface="Consolas"/>
              </a:rPr>
              <a:t># On the MAIN PROJECT repo. Do this to SEE the audit fire, then undo it.</a:t>
            </a:r>
          </a:p>
          <a:p>
            <a:r>
              <a:rPr>
                <a:solidFill>
                  <a:schemeClr val="bg1"/>
                </a:solidFill>
                <a:latin typeface="Consolas"/>
              </a:rPr>
              <a:t># 1) TL1: make sure CODEOWNERS exists + branch protection is ON.</a:t>
            </a:r>
          </a:p>
          <a:p>
            <a:r>
              <a:rPr>
                <a:solidFill>
                  <a:schemeClr val="bg1"/>
                </a:solidFill>
                <a:latin typeface="Consolas"/>
              </a:rPr>
              <a:t>#    Settings -&gt; Branches -&gt; Add rule on main -&gt; Require review from Code Owners.</a:t>
            </a:r>
          </a:p>
          <a:p>
            <a:r>
              <a:rPr>
                <a:solidFill>
                  <a:schemeClr val="bg1"/>
                </a:solidFill>
                <a:latin typeface="Consolas"/>
              </a:rPr>
              <a:t># 2) Deliberately edit a file OUTSIDE your own directory:</a:t>
            </a:r>
          </a:p>
          <a:p>
            <a:r>
              <a:rPr>
                <a:solidFill>
                  <a:schemeClr val="bg1"/>
                </a:solidFill>
                <a:latin typeface="Consolas"/>
              </a:rPr>
              <a:t>git pull</a:t>
            </a:r>
          </a:p>
          <a:p>
            <a:r>
              <a:rPr>
                <a:solidFill>
                  <a:schemeClr val="bg1"/>
                </a:solidFill>
                <a:latin typeface="Consolas"/>
              </a:rPr>
              <a:t>#    ...edit someone else's README or file...</a:t>
            </a:r>
          </a:p>
          <a:p>
            <a:r>
              <a:rPr>
                <a:solidFill>
                  <a:schemeClr val="bg1"/>
                </a:solidFill>
                <a:latin typeface="Consolas"/>
              </a:rPr>
              <a:t>git add -A</a:t>
            </a:r>
          </a:p>
          <a:p>
            <a:r>
              <a:rPr>
                <a:solidFill>
                  <a:schemeClr val="bg1"/>
                </a:solidFill>
                <a:latin typeface="Consolas"/>
              </a:rPr>
              <a:t>git commit -m "(demo) edit outside my directory"</a:t>
            </a:r>
          </a:p>
          <a:p>
            <a:r>
              <a:rPr>
                <a:solidFill>
                  <a:schemeClr val="bg1"/>
                </a:solidFill>
                <a:latin typeface="Consolas"/>
              </a:rPr>
              <a:t>git push            # -&gt; the Directory Audit Action goes RED</a:t>
            </a:r>
          </a:p>
          <a:p>
            <a:r>
              <a:rPr>
                <a:solidFill>
                  <a:schemeClr val="bg1"/>
                </a:solidFill>
                <a:latin typeface="Consolas"/>
              </a:rPr>
              <a:t># 3) Look at the Actions tab: see it flag the path that isn't yours.</a:t>
            </a:r>
          </a:p>
          <a:p>
            <a:r>
              <a:rPr>
                <a:solidFill>
                  <a:schemeClr val="bg1"/>
                </a:solidFill>
                <a:latin typeface="Consolas"/>
              </a:rPr>
              <a:t># 4) REVERT it cleanly so main is clean again:</a:t>
            </a:r>
          </a:p>
          <a:p>
            <a:r>
              <a:rPr>
                <a:solidFill>
                  <a:schemeClr val="bg1"/>
                </a:solidFill>
                <a:latin typeface="Consolas"/>
              </a:rPr>
              <a:t>git revert &lt;that-commit-sha&gt;   # makes a NEW commit undoing it</a:t>
            </a:r>
          </a:p>
          <a:p>
            <a:r>
              <a:rPr>
                <a:solidFill>
                  <a:schemeClr val="bg1"/>
                </a:solidFill>
                <a:latin typeface="Consolas"/>
              </a:rPr>
              <a:t>git push                        # audit goes green again</a:t>
            </a:r>
          </a:p>
        </p:txBody>
      </p:sp>
      <p:sp>
        <p:nvSpPr>
          <p:cNvPr id="4" name="TextBox 3">
            <a:extLst>
              <a:ext uri="{FF2B5EF4-FFF2-40B4-BE49-F238E27FC236}">
                <a16:creationId xmlns:a16="http://schemas.microsoft.com/office/drawing/2014/main" id="{2E53981C-3F20-A93E-6A64-E005E95CC550}"/>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6" name="Rectangle 5">
            <a:extLst>
              <a:ext uri="{FF2B5EF4-FFF2-40B4-BE49-F238E27FC236}">
                <a16:creationId xmlns:a16="http://schemas.microsoft.com/office/drawing/2014/main" id="{86F3EF3F-82C5-E545-E2B5-131069C896FE}"/>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72688163-67CB-0163-F8A4-AC079778F3E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Recovery — Undo Anything Safely</a:t>
            </a:r>
          </a:p>
        </p:txBody>
      </p:sp>
      <p:sp>
        <p:nvSpPr>
          <p:cNvPr id="3" name="Content Placeholder 2"/>
          <p:cNvSpPr>
            <a:spLocks noGrp="1"/>
          </p:cNvSpPr>
          <p:nvPr>
            <p:ph idx="1"/>
          </p:nvPr>
        </p:nvSpPr>
        <p:spPr/>
        <p:txBody>
          <a:bodyPr>
            <a:normAutofit fontScale="92500"/>
          </a:bodyPr>
          <a:lstStyle/>
          <a:p>
            <a:r>
              <a:t>revert — makes a NEW commit that undoes a bad one. SAFE on shared main.</a:t>
            </a:r>
          </a:p>
          <a:p>
            <a:r>
              <a:t>reset — moves the branch pointer back. Powerful, but rewrites history — LOCAL only, never on pushed main.</a:t>
            </a:r>
          </a:p>
          <a:p>
            <a:r>
              <a:t>reflog — Git's black box: remembers everywhere HEAD has been, even 'lost' commits.</a:t>
            </a:r>
          </a:p>
          <a:p>
            <a:r>
              <a:t>Rule of thumb: on shared history go forward (revert), never backward (reset).</a:t>
            </a:r>
          </a:p>
        </p:txBody>
      </p:sp>
      <p:sp>
        <p:nvSpPr>
          <p:cNvPr id="4" name="TextBox 3">
            <a:extLst>
              <a:ext uri="{FF2B5EF4-FFF2-40B4-BE49-F238E27FC236}">
                <a16:creationId xmlns:a16="http://schemas.microsoft.com/office/drawing/2014/main" id="{C6BA0C31-B1F8-0DAE-26FF-5E04BAB47144}"/>
              </a:ext>
            </a:extLst>
          </p:cNvPr>
          <p:cNvSpPr txBox="1"/>
          <p:nvPr/>
        </p:nvSpPr>
        <p:spPr>
          <a:xfrm>
            <a:off x="708961" y="638195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10" name="Rectangle 9">
            <a:extLst>
              <a:ext uri="{FF2B5EF4-FFF2-40B4-BE49-F238E27FC236}">
                <a16:creationId xmlns:a16="http://schemas.microsoft.com/office/drawing/2014/main" id="{200B1357-4987-0A25-1320-11A0E720D0B1}"/>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0103E405-7854-AB67-7CAB-075EDD6173D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Commands You'll Reach For</a:t>
            </a:r>
          </a:p>
        </p:txBody>
      </p:sp>
      <p:sp>
        <p:nvSpPr>
          <p:cNvPr id="3" name="Content Placeholder 2"/>
          <p:cNvSpPr>
            <a:spLocks noGrp="1"/>
          </p:cNvSpPr>
          <p:nvPr>
            <p:ph idx="1"/>
          </p:nvPr>
        </p:nvSpPr>
        <p:spPr/>
        <p:txBody>
          <a:bodyPr>
            <a:normAutofit/>
          </a:bodyPr>
          <a:lstStyle/>
          <a:p>
            <a:pPr marL="0" indent="0">
              <a:buNone/>
            </a:pPr>
            <a:r>
              <a:rPr sz="2000">
                <a:latin typeface="Consolas"/>
              </a:rPr>
              <a:t># undo a pushed commit safely (makes a new commit)</a:t>
            </a:r>
          </a:p>
          <a:p>
            <a:pPr marL="0" indent="0">
              <a:buNone/>
            </a:pPr>
            <a:r>
              <a:rPr sz="2000">
                <a:latin typeface="Consolas"/>
              </a:rPr>
              <a:t>git revert &lt;bad-sha&gt;</a:t>
            </a:r>
          </a:p>
          <a:p>
            <a:pPr marL="0" indent="0">
              <a:buNone/>
            </a:pPr>
            <a:endParaRPr sz="2000">
              <a:latin typeface="Consolas"/>
            </a:endParaRPr>
          </a:p>
          <a:p>
            <a:pPr marL="0" indent="0">
              <a:buNone/>
            </a:pPr>
            <a:r>
              <a:rPr sz="2000">
                <a:latin typeface="Consolas"/>
              </a:rPr>
              <a:t># see everywhere HEAD has been — even 'lost' commits</a:t>
            </a:r>
          </a:p>
          <a:p>
            <a:pPr marL="0" indent="0">
              <a:buNone/>
            </a:pPr>
            <a:r>
              <a:rPr sz="2000">
                <a:latin typeface="Consolas"/>
              </a:rPr>
              <a:t>git </a:t>
            </a:r>
            <a:r>
              <a:rPr sz="2000" err="1">
                <a:latin typeface="Consolas"/>
              </a:rPr>
              <a:t>reflog</a:t>
            </a:r>
            <a:endParaRPr sz="2000">
              <a:latin typeface="Consolas"/>
            </a:endParaRPr>
          </a:p>
          <a:p>
            <a:pPr marL="0" indent="0">
              <a:buNone/>
            </a:pPr>
            <a:endParaRPr sz="2000">
              <a:latin typeface="Consolas"/>
            </a:endParaRPr>
          </a:p>
          <a:p>
            <a:pPr marL="0" indent="0">
              <a:buNone/>
            </a:pPr>
            <a:r>
              <a:rPr sz="2000">
                <a:latin typeface="Consolas"/>
              </a:rPr>
              <a:t># LOCAL only — never on pushed main</a:t>
            </a:r>
          </a:p>
          <a:p>
            <a:pPr marL="0" indent="0">
              <a:buNone/>
            </a:pPr>
            <a:r>
              <a:rPr sz="2000">
                <a:latin typeface="Consolas"/>
              </a:rPr>
              <a:t>git reset --hard &lt;sha&gt;</a:t>
            </a:r>
          </a:p>
          <a:p>
            <a:pPr marL="0" indent="0">
              <a:buNone/>
            </a:pPr>
            <a:endParaRPr sz="2000">
              <a:latin typeface="Consolas"/>
            </a:endParaRPr>
          </a:p>
          <a:p>
            <a:pPr marL="0" indent="0">
              <a:buNone/>
            </a:pPr>
            <a:r>
              <a:rPr sz="2000">
                <a:latin typeface="Consolas"/>
              </a:rPr>
              <a:t># 'I just deleted the scene' — restore from last commit</a:t>
            </a:r>
          </a:p>
          <a:p>
            <a:pPr marL="0" indent="0">
              <a:buNone/>
            </a:pPr>
            <a:r>
              <a:rPr sz="2000">
                <a:latin typeface="Consolas"/>
              </a:rPr>
              <a:t>git checkout -- Assets/Scenes/</a:t>
            </a:r>
            <a:r>
              <a:rPr sz="2000" err="1">
                <a:latin typeface="Consolas"/>
              </a:rPr>
              <a:t>Main.unity</a:t>
            </a:r>
            <a:endParaRPr sz="2000">
              <a:latin typeface="Consolas"/>
            </a:endParaRPr>
          </a:p>
        </p:txBody>
      </p:sp>
      <p:sp>
        <p:nvSpPr>
          <p:cNvPr id="4" name="TextBox 3">
            <a:extLst>
              <a:ext uri="{FF2B5EF4-FFF2-40B4-BE49-F238E27FC236}">
                <a16:creationId xmlns:a16="http://schemas.microsoft.com/office/drawing/2014/main" id="{B44B65BC-CC6F-6734-6A5C-3AAA518FCD16}"/>
              </a:ext>
            </a:extLst>
          </p:cNvPr>
          <p:cNvSpPr txBox="1"/>
          <p:nvPr/>
        </p:nvSpPr>
        <p:spPr>
          <a:xfrm>
            <a:off x="708961"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10" name="Rectangle 9">
            <a:extLst>
              <a:ext uri="{FF2B5EF4-FFF2-40B4-BE49-F238E27FC236}">
                <a16:creationId xmlns:a16="http://schemas.microsoft.com/office/drawing/2014/main" id="{9A661C9D-16E1-F7AC-CB1F-BADF55B8E4A2}"/>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EA7EACAE-E355-898E-EB1D-7560E8A4AA3D}"/>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 Just Deleted the Scene” — The Triage</a:t>
            </a:r>
          </a:p>
        </p:txBody>
      </p:sp>
      <p:sp>
        <p:nvSpPr>
          <p:cNvPr id="3" name="Content Placeholder 2"/>
          <p:cNvSpPr>
            <a:spLocks noGrp="1"/>
          </p:cNvSpPr>
          <p:nvPr>
            <p:ph idx="1"/>
          </p:nvPr>
        </p:nvSpPr>
        <p:spPr/>
        <p:txBody>
          <a:bodyPr>
            <a:normAutofit lnSpcReduction="10000"/>
          </a:bodyPr>
          <a:lstStyle/>
          <a:p>
            <a:r>
              <a:t>Not committed yet? git checkout -- &lt;path&gt; restores it from the last commit.</a:t>
            </a:r>
          </a:p>
          <a:p>
            <a:r>
              <a:t>Committed the deletion? Find the last good SHA in git reflog, then git checkout &lt;sha&gt; -- &lt;path&gt;.</a:t>
            </a:r>
          </a:p>
          <a:p>
            <a:r>
              <a:t>Already pushed? git revert the deletion commit so main gets it back for everyone.</a:t>
            </a:r>
          </a:p>
          <a:p>
            <a:r>
              <a:t>Panic makes it worse. Stop, read the reflog, then act — Git rarely truly loses anything.</a:t>
            </a:r>
          </a:p>
        </p:txBody>
      </p:sp>
      <p:sp>
        <p:nvSpPr>
          <p:cNvPr id="4" name="TextBox 3">
            <a:extLst>
              <a:ext uri="{FF2B5EF4-FFF2-40B4-BE49-F238E27FC236}">
                <a16:creationId xmlns:a16="http://schemas.microsoft.com/office/drawing/2014/main" id="{0DC98FA2-5054-BA38-6458-0FED8B567294}"/>
              </a:ext>
            </a:extLst>
          </p:cNvPr>
          <p:cNvSpPr txBox="1"/>
          <p:nvPr/>
        </p:nvSpPr>
        <p:spPr>
          <a:xfrm>
            <a:off x="708961" y="637188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10" name="Rectangle 9">
            <a:extLst>
              <a:ext uri="{FF2B5EF4-FFF2-40B4-BE49-F238E27FC236}">
                <a16:creationId xmlns:a16="http://schemas.microsoft.com/office/drawing/2014/main" id="{00FF60CC-15FF-C35C-5C6D-7194A8DE4C4D}"/>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EE2CE188-15D7-3497-613B-2079D5A95281}"/>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2 — The Recovery Drill</a:t>
            </a:r>
          </a:p>
        </p:txBody>
      </p:sp>
      <p:sp>
        <p:nvSpPr>
          <p:cNvPr id="3" name="TextBox 2"/>
          <p:cNvSpPr txBox="1"/>
          <p:nvPr/>
        </p:nvSpPr>
        <p:spPr>
          <a:xfrm>
            <a:off x="87549" y="1554480"/>
            <a:ext cx="8968902" cy="3693319"/>
          </a:xfrm>
          <a:prstGeom prst="rect">
            <a:avLst/>
          </a:prstGeom>
          <a:noFill/>
        </p:spPr>
        <p:txBody>
          <a:bodyPr wrap="square">
            <a:spAutoFit/>
          </a:bodyPr>
          <a:lstStyle/>
          <a:p>
            <a:r>
              <a:rPr>
                <a:solidFill>
                  <a:schemeClr val="bg1"/>
                </a:solidFill>
                <a:latin typeface="Consolas"/>
              </a:rPr>
              <a:t># In the PLATFORMER repo (safe to make a mess). Recover a file 3 ways.</a:t>
            </a:r>
          </a:p>
          <a:p>
            <a:r>
              <a:rPr>
                <a:solidFill>
                  <a:schemeClr val="bg1"/>
                </a:solidFill>
                <a:latin typeface="Consolas"/>
              </a:rPr>
              <a:t># --- Case 1: deleted, NOT yet committed ---</a:t>
            </a:r>
          </a:p>
          <a:p>
            <a:r>
              <a:rPr>
                <a:solidFill>
                  <a:schemeClr val="bg1"/>
                </a:solidFill>
                <a:latin typeface="Consolas"/>
              </a:rPr>
              <a:t>rm somefile.txt          # or delete in your editor</a:t>
            </a:r>
          </a:p>
          <a:p>
            <a:r>
              <a:rPr>
                <a:solidFill>
                  <a:schemeClr val="bg1"/>
                </a:solidFill>
                <a:latin typeface="Consolas"/>
              </a:rPr>
              <a:t>git checkout -- somefile.txt      # &lt;- it's back</a:t>
            </a:r>
          </a:p>
          <a:p>
            <a:endParaRPr>
              <a:solidFill>
                <a:schemeClr val="bg1"/>
              </a:solidFill>
              <a:latin typeface="Consolas"/>
            </a:endParaRPr>
          </a:p>
          <a:p>
            <a:r>
              <a:rPr>
                <a:solidFill>
                  <a:schemeClr val="bg1"/>
                </a:solidFill>
                <a:latin typeface="Consolas"/>
              </a:rPr>
              <a:t># --- Case 2: deleted AND committed ---</a:t>
            </a:r>
          </a:p>
          <a:p>
            <a:r>
              <a:rPr>
                <a:solidFill>
                  <a:schemeClr val="bg1"/>
                </a:solidFill>
                <a:latin typeface="Consolas"/>
              </a:rPr>
              <a:t>rm somefile.txt &amp;&amp; git commit -am 'oops deleted'</a:t>
            </a:r>
          </a:p>
          <a:p>
            <a:r>
              <a:rPr>
                <a:solidFill>
                  <a:schemeClr val="bg1"/>
                </a:solidFill>
                <a:latin typeface="Consolas"/>
              </a:rPr>
              <a:t>git </a:t>
            </a:r>
            <a:r>
              <a:rPr err="1">
                <a:solidFill>
                  <a:schemeClr val="bg1"/>
                </a:solidFill>
                <a:latin typeface="Consolas"/>
              </a:rPr>
              <a:t>reflog</a:t>
            </a:r>
            <a:r>
              <a:rPr>
                <a:solidFill>
                  <a:schemeClr val="bg1"/>
                </a:solidFill>
                <a:latin typeface="Consolas"/>
              </a:rPr>
              <a:t>                        # find the SHA before the oops</a:t>
            </a:r>
          </a:p>
          <a:p>
            <a:r>
              <a:rPr>
                <a:solidFill>
                  <a:schemeClr val="bg1"/>
                </a:solidFill>
                <a:latin typeface="Consolas"/>
              </a:rPr>
              <a:t>git checkout &lt;good-sha&gt; -- somefile.txt</a:t>
            </a:r>
          </a:p>
          <a:p>
            <a:endParaRPr>
              <a:solidFill>
                <a:schemeClr val="bg1"/>
              </a:solidFill>
              <a:latin typeface="Consolas"/>
            </a:endParaRPr>
          </a:p>
          <a:p>
            <a:r>
              <a:rPr>
                <a:solidFill>
                  <a:schemeClr val="bg1"/>
                </a:solidFill>
                <a:latin typeface="Consolas"/>
              </a:rPr>
              <a:t># --- Case 3: deleted, committed, AND pushed ---</a:t>
            </a:r>
          </a:p>
          <a:p>
            <a:r>
              <a:rPr>
                <a:solidFill>
                  <a:schemeClr val="bg1"/>
                </a:solidFill>
                <a:latin typeface="Consolas"/>
              </a:rPr>
              <a:t>git revert &lt;deletion-sha&gt;         # new commit restores it</a:t>
            </a:r>
          </a:p>
          <a:p>
            <a:r>
              <a:rPr>
                <a:solidFill>
                  <a:schemeClr val="bg1"/>
                </a:solidFill>
                <a:latin typeface="Consolas"/>
              </a:rPr>
              <a:t>git push</a:t>
            </a:r>
          </a:p>
        </p:txBody>
      </p:sp>
      <p:sp>
        <p:nvSpPr>
          <p:cNvPr id="4" name="TextBox 3">
            <a:extLst>
              <a:ext uri="{FF2B5EF4-FFF2-40B4-BE49-F238E27FC236}">
                <a16:creationId xmlns:a16="http://schemas.microsoft.com/office/drawing/2014/main" id="{163179BA-329C-9EFA-0A66-E5D1D77DCE27}"/>
              </a:ext>
            </a:extLst>
          </p:cNvPr>
          <p:cNvSpPr txBox="1"/>
          <p:nvPr/>
        </p:nvSpPr>
        <p:spPr>
          <a:xfrm>
            <a:off x="749243" y="6361811"/>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Dawson</a:t>
            </a:r>
          </a:p>
        </p:txBody>
      </p:sp>
      <p:sp>
        <p:nvSpPr>
          <p:cNvPr id="6" name="Rectangle 5">
            <a:extLst>
              <a:ext uri="{FF2B5EF4-FFF2-40B4-BE49-F238E27FC236}">
                <a16:creationId xmlns:a16="http://schemas.microsoft.com/office/drawing/2014/main" id="{D268E3C2-585A-475F-A359-55EA4D597EE7}"/>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91590CB5-C5A1-EBF5-5655-43B4086B7B5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B — Shared-File Discipline</a:t>
            </a:r>
          </a:p>
        </p:txBody>
      </p:sp>
      <p:sp>
        <p:nvSpPr>
          <p:cNvPr id="3" name="Text Placeholder 2"/>
          <p:cNvSpPr>
            <a:spLocks noGrp="1"/>
          </p:cNvSpPr>
          <p:nvPr>
            <p:ph type="body" idx="1"/>
          </p:nvPr>
        </p:nvSpPr>
        <p:spPr/>
        <p:txBody>
          <a:bodyPr/>
          <a:lstStyle/>
          <a:p>
            <a:r>
              <a:t>The one thing you can't keep in your own folder: the Unity scene</a:t>
            </a:r>
          </a:p>
        </p:txBody>
      </p:sp>
      <p:sp>
        <p:nvSpPr>
          <p:cNvPr id="4" name="TextBox 3">
            <a:extLst>
              <a:ext uri="{FF2B5EF4-FFF2-40B4-BE49-F238E27FC236}">
                <a16:creationId xmlns:a16="http://schemas.microsoft.com/office/drawing/2014/main" id="{CE7EBCDC-6CB9-89C8-439E-27E268DE4248}"/>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6" name="Rectangle 5">
            <a:extLst>
              <a:ext uri="{FF2B5EF4-FFF2-40B4-BE49-F238E27FC236}">
                <a16:creationId xmlns:a16="http://schemas.microsoft.com/office/drawing/2014/main" id="{D6DA5847-51B4-1B08-A926-0E3885F9BEBA}"/>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E49EAF8E-03FE-7696-78A8-F488C3DF273F}"/>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Shared-Scene Problem &amp; Unity Smart Merge</a:t>
            </a:r>
          </a:p>
        </p:txBody>
      </p:sp>
      <p:sp>
        <p:nvSpPr>
          <p:cNvPr id="3" name="Content Placeholder 2"/>
          <p:cNvSpPr>
            <a:spLocks noGrp="1"/>
          </p:cNvSpPr>
          <p:nvPr>
            <p:ph idx="1"/>
          </p:nvPr>
        </p:nvSpPr>
        <p:spPr/>
        <p:txBody>
          <a:bodyPr>
            <a:normAutofit fontScale="92500" lnSpcReduction="20000"/>
          </a:bodyPr>
          <a:lstStyle/>
          <a:p>
            <a:r>
              <a:t>Unity scenes and prefabs are YAML — they do NOT text-merge cleanly.</a:t>
            </a:r>
          </a:p>
          <a:p>
            <a:r>
              <a:t>Two people editing the same scene = a conflict Git can't resolve on its own.</a:t>
            </a:r>
          </a:p>
          <a:p>
            <a:r>
              <a:t>Unity ships UnityYAMLMerge (“Smart Merge”) for exactly this — configure once, Git calls it automatically.</a:t>
            </a:r>
          </a:p>
          <a:p>
            <a:r>
              <a:t>Better: AVOID the conflict — one owner per scene, keep scenes small, prefab your own work so you edit a .prefab in YOUR directory, not the shared scene.</a:t>
            </a:r>
          </a:p>
        </p:txBody>
      </p:sp>
      <p:sp>
        <p:nvSpPr>
          <p:cNvPr id="4" name="TextBox 3">
            <a:extLst>
              <a:ext uri="{FF2B5EF4-FFF2-40B4-BE49-F238E27FC236}">
                <a16:creationId xmlns:a16="http://schemas.microsoft.com/office/drawing/2014/main" id="{B9E77CCD-01D5-3173-CE1D-C596F857DDE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10" name="Rectangle 9">
            <a:extLst>
              <a:ext uri="{FF2B5EF4-FFF2-40B4-BE49-F238E27FC236}">
                <a16:creationId xmlns:a16="http://schemas.microsoft.com/office/drawing/2014/main" id="{E3D2CBB7-E7BA-8659-453F-0684B0090757}"/>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2" name="Picture 11"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FB5B6156-B89B-E57A-E498-C77820686140}"/>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Wiring Up Smart Merge</a:t>
            </a:r>
          </a:p>
        </p:txBody>
      </p:sp>
      <p:sp>
        <p:nvSpPr>
          <p:cNvPr id="3" name="Content Placeholder 2"/>
          <p:cNvSpPr>
            <a:spLocks noGrp="1"/>
          </p:cNvSpPr>
          <p:nvPr>
            <p:ph idx="1"/>
          </p:nvPr>
        </p:nvSpPr>
        <p:spPr/>
        <p:txBody>
          <a:bodyPr>
            <a:normAutofit/>
          </a:bodyPr>
          <a:lstStyle/>
          <a:p>
            <a:pPr marL="0" indent="0">
              <a:buNone/>
            </a:pPr>
            <a:r>
              <a:rPr sz="2000">
                <a:latin typeface="Consolas"/>
              </a:rPr>
              <a:t># .</a:t>
            </a:r>
            <a:r>
              <a:rPr sz="2000" err="1">
                <a:latin typeface="Consolas"/>
              </a:rPr>
              <a:t>gitconfig</a:t>
            </a:r>
            <a:endParaRPr sz="2000">
              <a:latin typeface="Consolas"/>
            </a:endParaRPr>
          </a:p>
          <a:p>
            <a:pPr marL="0" indent="0">
              <a:buNone/>
            </a:pPr>
            <a:r>
              <a:rPr sz="2000">
                <a:latin typeface="Consolas"/>
              </a:rPr>
              <a:t>[merge]</a:t>
            </a:r>
          </a:p>
          <a:p>
            <a:pPr marL="0" indent="0">
              <a:buNone/>
            </a:pPr>
            <a:r>
              <a:rPr sz="2000">
                <a:latin typeface="Consolas"/>
              </a:rPr>
              <a:t>  tool = </a:t>
            </a:r>
            <a:r>
              <a:rPr sz="2000" err="1">
                <a:latin typeface="Consolas"/>
              </a:rPr>
              <a:t>unityyamlmerge</a:t>
            </a:r>
            <a:endParaRPr sz="2000">
              <a:latin typeface="Consolas"/>
            </a:endParaRPr>
          </a:p>
          <a:p>
            <a:pPr marL="0" indent="0">
              <a:buNone/>
            </a:pPr>
            <a:endParaRPr sz="2000">
              <a:latin typeface="Consolas"/>
            </a:endParaRPr>
          </a:p>
          <a:p>
            <a:pPr marL="0" indent="0">
              <a:buNone/>
            </a:pPr>
            <a:r>
              <a:rPr sz="2000">
                <a:latin typeface="Consolas"/>
              </a:rPr>
              <a:t>[</a:t>
            </a:r>
            <a:r>
              <a:rPr sz="2000" err="1">
                <a:latin typeface="Consolas"/>
              </a:rPr>
              <a:t>mergetool</a:t>
            </a:r>
            <a:r>
              <a:rPr sz="2000">
                <a:latin typeface="Consolas"/>
              </a:rPr>
              <a:t> "</a:t>
            </a:r>
            <a:r>
              <a:rPr sz="2000" err="1">
                <a:latin typeface="Consolas"/>
              </a:rPr>
              <a:t>unityyamlmerge</a:t>
            </a:r>
            <a:r>
              <a:rPr sz="2000">
                <a:latin typeface="Consolas"/>
              </a:rPr>
              <a:t>"]</a:t>
            </a:r>
          </a:p>
          <a:p>
            <a:pPr marL="0" indent="0">
              <a:buNone/>
            </a:pPr>
            <a:r>
              <a:rPr sz="2000">
                <a:latin typeface="Consolas"/>
              </a:rPr>
              <a:t>  </a:t>
            </a:r>
            <a:r>
              <a:rPr sz="2000" err="1">
                <a:latin typeface="Consolas"/>
              </a:rPr>
              <a:t>trustExitCode</a:t>
            </a:r>
            <a:r>
              <a:rPr sz="2000">
                <a:latin typeface="Consolas"/>
              </a:rPr>
              <a:t> = false</a:t>
            </a:r>
          </a:p>
          <a:p>
            <a:pPr marL="0" indent="0">
              <a:buNone/>
            </a:pPr>
            <a:r>
              <a:rPr sz="2000">
                <a:latin typeface="Consolas"/>
              </a:rPr>
              <a:t>  </a:t>
            </a:r>
            <a:r>
              <a:rPr sz="2000" err="1">
                <a:latin typeface="Consolas"/>
              </a:rPr>
              <a:t>cmd</a:t>
            </a:r>
            <a:r>
              <a:rPr sz="2000">
                <a:latin typeface="Consolas"/>
              </a:rPr>
              <a:t> = '&lt;</a:t>
            </a:r>
            <a:r>
              <a:rPr sz="2000" err="1">
                <a:latin typeface="Consolas"/>
              </a:rPr>
              <a:t>UnityPath</a:t>
            </a:r>
            <a:r>
              <a:rPr sz="2000">
                <a:latin typeface="Consolas"/>
              </a:rPr>
              <a:t>&gt;/Tools/</a:t>
            </a:r>
            <a:r>
              <a:rPr sz="2000" err="1">
                <a:latin typeface="Consolas"/>
              </a:rPr>
              <a:t>UnityYAMLMerge</a:t>
            </a:r>
            <a:r>
              <a:rPr sz="2000">
                <a:latin typeface="Consolas"/>
              </a:rPr>
              <a:t>' \</a:t>
            </a:r>
          </a:p>
          <a:p>
            <a:pPr marL="0" indent="0">
              <a:buNone/>
            </a:pPr>
            <a:r>
              <a:rPr sz="2000">
                <a:latin typeface="Consolas"/>
              </a:rPr>
              <a:t>        merge -p "$BASE" "$REMOTE" \</a:t>
            </a:r>
          </a:p>
          <a:p>
            <a:pPr marL="0" indent="0">
              <a:buNone/>
            </a:pPr>
            <a:r>
              <a:rPr sz="2000">
                <a:latin typeface="Consolas"/>
              </a:rPr>
              <a:t>        "$LOCAL" "$MERGED"</a:t>
            </a:r>
          </a:p>
        </p:txBody>
      </p:sp>
      <p:sp>
        <p:nvSpPr>
          <p:cNvPr id="4" name="TextBox 3">
            <a:extLst>
              <a:ext uri="{FF2B5EF4-FFF2-40B4-BE49-F238E27FC236}">
                <a16:creationId xmlns:a16="http://schemas.microsoft.com/office/drawing/2014/main" id="{E8BBAABA-48C2-1EF9-E906-14A047EEA152}"/>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12" name="Rectangle 11">
            <a:extLst>
              <a:ext uri="{FF2B5EF4-FFF2-40B4-BE49-F238E27FC236}">
                <a16:creationId xmlns:a16="http://schemas.microsoft.com/office/drawing/2014/main" id="{237F02DA-F357-5B81-8A95-5E5E8C468BB3}"/>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4" name="Picture 13"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A5D25E2F-F667-C1E0-D2C5-8998125FB539}"/>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3606F1-9C52-1899-58DF-6619FC01F96C}"/>
              </a:ext>
            </a:extLst>
          </p:cNvPr>
          <p:cNvSpPr/>
          <p:nvPr/>
        </p:nvSpPr>
        <p:spPr>
          <a:xfrm>
            <a:off x="8102380" y="522665"/>
            <a:ext cx="564542" cy="514184"/>
          </a:xfrm>
          <a:prstGeom prst="rect">
            <a:avLst/>
          </a:prstGeom>
          <a:solidFill>
            <a:srgbClr val="E6E6F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BC9EDD72-2C5D-F5FC-2962-49CC97989A70}"/>
              </a:ext>
            </a:extLst>
          </p:cNvPr>
          <p:cNvPicPr>
            <a:picLocks noChangeAspect="1"/>
          </p:cNvPicPr>
          <p:nvPr/>
        </p:nvPicPr>
        <p:blipFill>
          <a:blip r:embed="rId3"/>
          <a:stretch>
            <a:fillRect/>
          </a:stretch>
        </p:blipFill>
        <p:spPr>
          <a:xfrm>
            <a:off x="7945208" y="340314"/>
            <a:ext cx="878885" cy="878885"/>
          </a:xfrm>
          <a:prstGeom prst="rect">
            <a:avLst/>
          </a:prstGeom>
          <a:noFill/>
        </p:spPr>
      </p:pic>
      <p:sp>
        <p:nvSpPr>
          <p:cNvPr id="2" name="Title 1"/>
          <p:cNvSpPr>
            <a:spLocks noGrp="1"/>
          </p:cNvSpPr>
          <p:nvPr>
            <p:ph type="title"/>
          </p:nvPr>
        </p:nvSpPr>
        <p:spPr/>
        <p:txBody>
          <a:bodyPr/>
          <a:lstStyle/>
          <a:p>
            <a:r>
              <a:t>The .meta File Discipline</a:t>
            </a:r>
          </a:p>
        </p:txBody>
      </p:sp>
      <p:sp>
        <p:nvSpPr>
          <p:cNvPr id="3" name="Content Placeholder 2"/>
          <p:cNvSpPr>
            <a:spLocks noGrp="1"/>
          </p:cNvSpPr>
          <p:nvPr>
            <p:ph idx="1"/>
          </p:nvPr>
        </p:nvSpPr>
        <p:spPr/>
        <p:txBody>
          <a:bodyPr>
            <a:normAutofit fontScale="92500"/>
          </a:bodyPr>
          <a:lstStyle/>
          <a:p>
            <a:r>
              <a:t>Every asset has a paired .meta file (its GUID + import settings).</a:t>
            </a:r>
          </a:p>
          <a:p>
            <a:r>
              <a:t>Commit the .meta WITH its asset — always, together, same commit.</a:t>
            </a:r>
          </a:p>
          <a:p>
            <a:r>
              <a:t>A missing .meta breaks references (“missing script”, broken prefabs) for everyone who pulls.</a:t>
            </a:r>
          </a:p>
          <a:p>
            <a:r>
              <a:t>Never .gitignore .meta files. Never add an asset without its .meta. Keep Visible Meta Files mode on (the default).</a:t>
            </a:r>
          </a:p>
        </p:txBody>
      </p:sp>
      <p:sp>
        <p:nvSpPr>
          <p:cNvPr id="4" name="TextBox 3">
            <a:extLst>
              <a:ext uri="{FF2B5EF4-FFF2-40B4-BE49-F238E27FC236}">
                <a16:creationId xmlns:a16="http://schemas.microsoft.com/office/drawing/2014/main" id="{1578DF1C-6BB3-8159-D067-430151BCD69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TL3 Lecture Happens Here</a:t>
            </a:r>
          </a:p>
        </p:txBody>
      </p:sp>
      <p:sp>
        <p:nvSpPr>
          <p:cNvPr id="3" name="Text Placeholder 2"/>
          <p:cNvSpPr>
            <a:spLocks noGrp="1"/>
          </p:cNvSpPr>
          <p:nvPr>
            <p:ph type="body" idx="1"/>
          </p:nvPr>
        </p:nvSpPr>
        <p:spPr/>
        <p:txBody>
          <a:bodyPr/>
          <a:lstStyle/>
          <a:p>
            <a:r>
              <a:t>Students create their own test assembly (.asmdef) and write 2 boundary + 1 stress test with TL3, then return.</a:t>
            </a:r>
          </a:p>
        </p:txBody>
      </p:sp>
      <p:sp>
        <p:nvSpPr>
          <p:cNvPr id="4" name="TextBox 3">
            <a:extLst>
              <a:ext uri="{FF2B5EF4-FFF2-40B4-BE49-F238E27FC236}">
                <a16:creationId xmlns:a16="http://schemas.microsoft.com/office/drawing/2014/main" id="{B321FBA7-BAE9-0ED2-E430-E2D2E79CAB5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a:t>
            </a:r>
          </a:p>
        </p:txBody>
      </p:sp>
      <p:sp>
        <p:nvSpPr>
          <p:cNvPr id="6" name="Rectangle 5">
            <a:extLst>
              <a:ext uri="{FF2B5EF4-FFF2-40B4-BE49-F238E27FC236}">
                <a16:creationId xmlns:a16="http://schemas.microsoft.com/office/drawing/2014/main" id="{16654FE2-2764-21E9-22A6-063D83222C69}"/>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D347B68E-4D07-B112-C513-BC6FEA14383B}"/>
              </a:ext>
            </a:extLst>
          </p:cNvPr>
          <p:cNvPicPr>
            <a:picLocks noChangeAspect="1"/>
          </p:cNvPicPr>
          <p:nvPr/>
        </p:nvPicPr>
        <p:blipFill>
          <a:blip r:embed="rId3"/>
          <a:stretch>
            <a:fillRect/>
          </a:stretch>
        </p:blipFill>
        <p:spPr>
          <a:xfrm>
            <a:off x="7945208" y="340314"/>
            <a:ext cx="878885" cy="87888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Back to TL1 — Automate the Tests You Just Wrote</a:t>
            </a:r>
          </a:p>
        </p:txBody>
      </p:sp>
      <p:sp>
        <p:nvSpPr>
          <p:cNvPr id="3" name="Text Placeholder 2"/>
          <p:cNvSpPr>
            <a:spLocks noGrp="1"/>
          </p:cNvSpPr>
          <p:nvPr>
            <p:ph type="body" idx="1"/>
          </p:nvPr>
        </p:nvSpPr>
        <p:spPr/>
        <p:txBody>
          <a:bodyPr/>
          <a:lstStyle/>
          <a:p>
            <a:r>
              <a:t>You have tests now — let's make them run on every commit, automatically.</a:t>
            </a:r>
          </a:p>
        </p:txBody>
      </p:sp>
      <p:sp>
        <p:nvSpPr>
          <p:cNvPr id="6" name="Rectangle 5">
            <a:extLst>
              <a:ext uri="{FF2B5EF4-FFF2-40B4-BE49-F238E27FC236}">
                <a16:creationId xmlns:a16="http://schemas.microsoft.com/office/drawing/2014/main" id="{C59C3677-5E4D-CAD2-AF05-75654B7D7A30}"/>
              </a:ext>
            </a:extLst>
          </p:cNvPr>
          <p:cNvSpPr/>
          <p:nvPr/>
        </p:nvSpPr>
        <p:spPr>
          <a:xfrm>
            <a:off x="8102380" y="522665"/>
            <a:ext cx="564542" cy="514184"/>
          </a:xfrm>
          <a:prstGeom prst="rect">
            <a:avLst/>
          </a:prstGeom>
          <a:solidFill>
            <a:srgbClr val="12314F"/>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8" name="Picture 7"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326966F9-4B73-D9C1-7EF0-B1EA76879310}"/>
              </a:ext>
            </a:extLst>
          </p:cNvPr>
          <p:cNvPicPr>
            <a:picLocks noChangeAspect="1"/>
          </p:cNvPicPr>
          <p:nvPr/>
        </p:nvPicPr>
        <p:blipFill>
          <a:blip r:embed="rId3"/>
          <a:stretch>
            <a:fillRect/>
          </a:stretch>
        </p:blipFill>
        <p:spPr>
          <a:xfrm>
            <a:off x="7945208" y="340314"/>
            <a:ext cx="878885" cy="878885"/>
          </a:xfrm>
          <a:prstGeom prst="rect">
            <a:avLst/>
          </a:prstGeom>
          <a:noFill/>
        </p:spPr>
      </p:pic>
      <p:sp>
        <p:nvSpPr>
          <p:cNvPr id="7" name="TextBox 6">
            <a:extLst>
              <a:ext uri="{FF2B5EF4-FFF2-40B4-BE49-F238E27FC236}">
                <a16:creationId xmlns:a16="http://schemas.microsoft.com/office/drawing/2014/main" id="{F879BE0C-D547-50A1-8633-2199733E317F}"/>
              </a:ext>
            </a:extLst>
          </p:cNvPr>
          <p:cNvSpPr txBox="1"/>
          <p:nvPr/>
        </p:nvSpPr>
        <p:spPr>
          <a:xfrm>
            <a:off x="735724" y="6361277"/>
            <a:ext cx="2500010" cy="369332"/>
          </a:xfrm>
          <a:prstGeom prst="rect">
            <a:avLst/>
          </a:prstGeom>
          <a:noFill/>
        </p:spPr>
        <p:txBody>
          <a:bodyPr wrap="square" rtlCol="0">
            <a:spAutoFit/>
          </a:bodyPr>
          <a:lstStyle/>
          <a:p>
            <a:r>
              <a:rPr lang="en-US">
                <a:solidFill>
                  <a:schemeClr val="bg1"/>
                </a:solidFill>
              </a:rPr>
              <a:t>Adam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Continuous Integration — You Already Do This</a:t>
            </a:r>
          </a:p>
        </p:txBody>
      </p:sp>
      <p:sp>
        <p:nvSpPr>
          <p:cNvPr id="3" name="Content Placeholder 2"/>
          <p:cNvSpPr>
            <a:spLocks noGrp="1"/>
          </p:cNvSpPr>
          <p:nvPr>
            <p:ph idx="1"/>
          </p:nvPr>
        </p:nvSpPr>
        <p:spPr/>
        <p:txBody>
          <a:bodyPr>
            <a:normAutofit fontScale="92500"/>
          </a:bodyPr>
          <a:lstStyle/>
          <a:p>
            <a:r>
              <a:t>You've been doing CI by hand all semester — it just gets a name now.</a:t>
            </a:r>
          </a:p>
          <a:p>
            <a:r>
              <a:t>“Pull before work, push every session,” “main must build,” the status update — that IS Continuous Integration.</a:t>
            </a:r>
          </a:p>
          <a:p>
            <a:r>
              <a:t>The status update was CI at a WEEKLY heartbeat. A machine does it at a PER-COMMIT heartbeat.</a:t>
            </a:r>
          </a:p>
          <a:p>
            <a:r>
              <a:t>Same discipline you already live — just automated, and far faster to catch a break.</a:t>
            </a:r>
          </a:p>
        </p:txBody>
      </p:sp>
      <p:sp>
        <p:nvSpPr>
          <p:cNvPr id="6" name="TextBox 5">
            <a:extLst>
              <a:ext uri="{FF2B5EF4-FFF2-40B4-BE49-F238E27FC236}">
                <a16:creationId xmlns:a16="http://schemas.microsoft.com/office/drawing/2014/main" id="{AF7BC3C1-8063-7717-772B-9EF5C5E05314}"/>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CI / CD — The Two Halves</a:t>
            </a:r>
          </a:p>
        </p:txBody>
      </p:sp>
      <p:sp>
        <p:nvSpPr>
          <p:cNvPr id="3" name="Content Placeholder 2"/>
          <p:cNvSpPr>
            <a:spLocks noGrp="1"/>
          </p:cNvSpPr>
          <p:nvPr>
            <p:ph idx="1"/>
          </p:nvPr>
        </p:nvSpPr>
        <p:spPr/>
        <p:txBody>
          <a:bodyPr>
            <a:normAutofit fontScale="92500" lnSpcReduction="10000"/>
          </a:bodyPr>
          <a:lstStyle/>
          <a:p>
            <a:r>
              <a:t>Continuous Integration (CI): every commit is automatically built and tested. Red = someone broke something; fix before moving on.</a:t>
            </a:r>
          </a:p>
          <a:p>
            <a:r>
              <a:t>Continuous Delivery (CD): every passing build becomes a release-ready artifact, one click from shipping.</a:t>
            </a:r>
          </a:p>
          <a:p>
            <a:r>
              <a:t>CI is our job (TL1): the pipeline that runs the team's tests on every push.</a:t>
            </a:r>
          </a:p>
          <a:p>
            <a:r>
              <a:t>CD is TL6's job: a green build to a phone, a QR code, the final demo.</a:t>
            </a:r>
          </a:p>
        </p:txBody>
      </p:sp>
      <p:sp>
        <p:nvSpPr>
          <p:cNvPr id="6" name="TextBox 5">
            <a:extLst>
              <a:ext uri="{FF2B5EF4-FFF2-40B4-BE49-F238E27FC236}">
                <a16:creationId xmlns:a16="http://schemas.microsoft.com/office/drawing/2014/main" id="{3116DCEB-F450-1EEA-5494-5FB05B00247B}"/>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Automating the Test Plan on Every Commit</a:t>
            </a:r>
          </a:p>
        </p:txBody>
      </p:sp>
      <p:sp>
        <p:nvSpPr>
          <p:cNvPr id="3" name="Content Placeholder 2"/>
          <p:cNvSpPr>
            <a:spLocks noGrp="1"/>
          </p:cNvSpPr>
          <p:nvPr>
            <p:ph idx="1"/>
          </p:nvPr>
        </p:nvSpPr>
        <p:spPr/>
        <p:txBody>
          <a:bodyPr>
            <a:normAutofit/>
          </a:bodyPr>
          <a:lstStyle/>
          <a:p>
            <a:pPr marL="0" indent="0">
              <a:buNone/>
            </a:pPr>
            <a:r>
              <a:rPr sz="1600">
                <a:latin typeface="Consolas"/>
              </a:rPr>
              <a:t># .</a:t>
            </a:r>
            <a:r>
              <a:rPr sz="1600" err="1">
                <a:latin typeface="Consolas"/>
              </a:rPr>
              <a:t>github</a:t>
            </a:r>
            <a:r>
              <a:rPr sz="1600">
                <a:latin typeface="Consolas"/>
              </a:rPr>
              <a:t>/workflows/</a:t>
            </a:r>
            <a:r>
              <a:rPr sz="1600" err="1">
                <a:latin typeface="Consolas"/>
              </a:rPr>
              <a:t>tests.yml</a:t>
            </a:r>
            <a:endParaRPr sz="1600">
              <a:latin typeface="Consolas"/>
            </a:endParaRPr>
          </a:p>
          <a:p>
            <a:pPr marL="0" indent="0">
              <a:buNone/>
            </a:pPr>
            <a:r>
              <a:rPr sz="1600">
                <a:latin typeface="Consolas"/>
              </a:rPr>
              <a:t>name: Tests</a:t>
            </a:r>
          </a:p>
          <a:p>
            <a:pPr marL="0" indent="0">
              <a:buNone/>
            </a:pPr>
            <a:r>
              <a:rPr sz="1600">
                <a:latin typeface="Consolas"/>
              </a:rPr>
              <a:t>on: [push, </a:t>
            </a:r>
            <a:r>
              <a:rPr sz="1600" err="1">
                <a:latin typeface="Consolas"/>
              </a:rPr>
              <a:t>pull_request</a:t>
            </a:r>
            <a:r>
              <a:rPr sz="1600">
                <a:latin typeface="Consolas"/>
              </a:rPr>
              <a:t>]</a:t>
            </a:r>
          </a:p>
          <a:p>
            <a:pPr marL="0" indent="0">
              <a:buNone/>
            </a:pPr>
            <a:r>
              <a:rPr sz="1600">
                <a:latin typeface="Consolas"/>
              </a:rPr>
              <a:t>jobs:</a:t>
            </a:r>
          </a:p>
          <a:p>
            <a:pPr marL="0" indent="0">
              <a:buNone/>
            </a:pPr>
            <a:r>
              <a:rPr sz="1600">
                <a:latin typeface="Consolas"/>
              </a:rPr>
              <a:t>  test:</a:t>
            </a:r>
          </a:p>
          <a:p>
            <a:pPr marL="0" indent="0">
              <a:buNone/>
            </a:pPr>
            <a:r>
              <a:rPr sz="1600">
                <a:latin typeface="Consolas"/>
              </a:rPr>
              <a:t>    runs-on: ubuntu-latest</a:t>
            </a:r>
          </a:p>
          <a:p>
            <a:pPr marL="0" indent="0">
              <a:buNone/>
            </a:pPr>
            <a:r>
              <a:rPr sz="1600">
                <a:latin typeface="Consolas"/>
              </a:rPr>
              <a:t>    steps:</a:t>
            </a:r>
          </a:p>
          <a:p>
            <a:pPr marL="0" indent="0">
              <a:buNone/>
            </a:pPr>
            <a:r>
              <a:rPr sz="1600">
                <a:latin typeface="Consolas"/>
              </a:rPr>
              <a:t>      - uses: actions/checkout@v4</a:t>
            </a:r>
          </a:p>
          <a:p>
            <a:pPr marL="0" indent="0">
              <a:buNone/>
            </a:pPr>
            <a:r>
              <a:rPr sz="1600">
                <a:latin typeface="Consolas"/>
              </a:rPr>
              <a:t>        with: { </a:t>
            </a:r>
            <a:r>
              <a:rPr sz="1600" err="1">
                <a:latin typeface="Consolas"/>
              </a:rPr>
              <a:t>lfs</a:t>
            </a:r>
            <a:r>
              <a:rPr sz="1600">
                <a:latin typeface="Consolas"/>
              </a:rPr>
              <a:t>: true }</a:t>
            </a:r>
          </a:p>
          <a:p>
            <a:pPr marL="0" indent="0">
              <a:buNone/>
            </a:pPr>
            <a:r>
              <a:rPr sz="1600">
                <a:latin typeface="Consolas"/>
              </a:rPr>
              <a:t>      - uses: game-ci/unity-test-runner@v4</a:t>
            </a:r>
          </a:p>
          <a:p>
            <a:pPr marL="0" indent="0">
              <a:buNone/>
            </a:pPr>
            <a:r>
              <a:rPr sz="1600">
                <a:latin typeface="Consolas"/>
              </a:rPr>
              <a:t>        env: { UNITY_LICENSE: ${{ </a:t>
            </a:r>
            <a:r>
              <a:rPr sz="1600" err="1">
                <a:latin typeface="Consolas"/>
              </a:rPr>
              <a:t>secrets.UNITY_LICENSE</a:t>
            </a:r>
            <a:r>
              <a:rPr sz="1600">
                <a:latin typeface="Consolas"/>
              </a:rPr>
              <a:t> }} }</a:t>
            </a:r>
          </a:p>
          <a:p>
            <a:pPr marL="0" indent="0">
              <a:buNone/>
            </a:pPr>
            <a:r>
              <a:rPr sz="1600">
                <a:latin typeface="Consolas"/>
              </a:rPr>
              <a:t>        with: { </a:t>
            </a:r>
            <a:r>
              <a:rPr sz="1600" err="1">
                <a:latin typeface="Consolas"/>
              </a:rPr>
              <a:t>testMode</a:t>
            </a:r>
            <a:r>
              <a:rPr sz="1600">
                <a:latin typeface="Consolas"/>
              </a:rPr>
              <a:t>: all }   # runs your BOUNDARY tests</a:t>
            </a:r>
          </a:p>
          <a:p>
            <a:pPr marL="0" indent="0">
              <a:buNone/>
            </a:pPr>
            <a:r>
              <a:rPr sz="1600">
                <a:latin typeface="Consolas"/>
              </a:rPr>
              <a:t># NOTE: the stress test is NOT a CI test - it's a manual</a:t>
            </a:r>
          </a:p>
          <a:p>
            <a:pPr marL="0" indent="0">
              <a:buNone/>
            </a:pPr>
            <a:r>
              <a:rPr sz="1600">
                <a:latin typeface="Consolas"/>
              </a:rPr>
              <a:t># measurement; its breaking point goes to TL6 for platform limits.</a:t>
            </a:r>
          </a:p>
        </p:txBody>
      </p:sp>
      <p:sp>
        <p:nvSpPr>
          <p:cNvPr id="6" name="TextBox 5">
            <a:extLst>
              <a:ext uri="{FF2B5EF4-FFF2-40B4-BE49-F238E27FC236}">
                <a16:creationId xmlns:a16="http://schemas.microsoft.com/office/drawing/2014/main" id="{22FFA7E4-2C46-014A-8E64-82466673B769}"/>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to Do When a Test Fails</a:t>
            </a:r>
          </a:p>
        </p:txBody>
      </p:sp>
      <p:sp>
        <p:nvSpPr>
          <p:cNvPr id="3" name="Content Placeholder 2"/>
          <p:cNvSpPr>
            <a:spLocks noGrp="1"/>
          </p:cNvSpPr>
          <p:nvPr>
            <p:ph idx="1"/>
          </p:nvPr>
        </p:nvSpPr>
        <p:spPr/>
        <p:txBody>
          <a:bodyPr>
            <a:normAutofit fontScale="85000" lnSpcReduction="20000"/>
          </a:bodyPr>
          <a:lstStyle/>
          <a:p>
            <a:r>
              <a:t>Red pipeline = CI working, not a disaster. Here's the drill:</a:t>
            </a:r>
          </a:p>
          <a:p>
            <a:pPr marL="914400" lvl="1" indent="-514350">
              <a:buFont typeface="+mj-lt"/>
              <a:buAutoNum type="arabicPeriod"/>
            </a:pPr>
            <a:r>
              <a:t>Open the Actions tab; read WHICH test failed and why (the log names it).</a:t>
            </a:r>
          </a:p>
          <a:p>
            <a:pPr marL="914400" lvl="1" indent="-514350">
              <a:buFont typeface="+mj-lt"/>
              <a:buAutoNum type="arabicPeriod"/>
            </a:pPr>
            <a:r>
              <a:t>Did your commit cause it? Just pushed and it went red? It's almost certainly you.</a:t>
            </a:r>
          </a:p>
          <a:p>
            <a:pPr marL="914400" lvl="1" indent="-514350">
              <a:buFont typeface="+mj-lt"/>
              <a:buAutoNum type="arabicPeriod"/>
            </a:pPr>
            <a:r>
              <a:t>Fix it and push the fix </a:t>
            </a:r>
            <a:r>
              <a:rPr lang="en-US"/>
              <a:t>(</a:t>
            </a:r>
            <a:r>
              <a:t>OR revert your commit so main isn't blocked while you work</a:t>
            </a:r>
            <a:r>
              <a:rPr lang="en-US"/>
              <a:t>)</a:t>
            </a:r>
            <a:r>
              <a:t>.</a:t>
            </a:r>
          </a:p>
          <a:p>
            <a:r>
              <a:t>Never leave main red. Fix forward fast, or revert.</a:t>
            </a:r>
          </a:p>
          <a:p>
            <a:r>
              <a:t>Industry context: a human 'pull-request review' also checks code; here, CI + TL3's test review + TL4's code review play that role.</a:t>
            </a:r>
          </a:p>
        </p:txBody>
      </p:sp>
      <p:sp>
        <p:nvSpPr>
          <p:cNvPr id="6" name="TextBox 5">
            <a:extLst>
              <a:ext uri="{FF2B5EF4-FFF2-40B4-BE49-F238E27FC236}">
                <a16:creationId xmlns:a16="http://schemas.microsoft.com/office/drawing/2014/main" id="{DEBF2E97-4015-2755-0709-C56BF1A504A9}"/>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One Setup Cost</a:t>
            </a:r>
            <a:br>
              <a:rPr lang="en-US"/>
            </a:br>
            <a:r>
              <a:t>Be Honest About It</a:t>
            </a:r>
          </a:p>
        </p:txBody>
      </p:sp>
      <p:sp>
        <p:nvSpPr>
          <p:cNvPr id="3" name="Content Placeholder 2"/>
          <p:cNvSpPr>
            <a:spLocks noGrp="1"/>
          </p:cNvSpPr>
          <p:nvPr>
            <p:ph idx="1"/>
          </p:nvPr>
        </p:nvSpPr>
        <p:spPr/>
        <p:txBody>
          <a:bodyPr>
            <a:normAutofit fontScale="92500"/>
          </a:bodyPr>
          <a:lstStyle/>
          <a:p>
            <a:r>
              <a:t>Unity's test runner needs an activated license, even headless.</a:t>
            </a:r>
          </a:p>
          <a:p>
            <a:r>
              <a:t>Store it once as GitHub secrets: UNITY_LICENSE, UNITY_EMAIL, UNITY_PASSWORD.</a:t>
            </a:r>
          </a:p>
          <a:p>
            <a:r>
              <a:t>Free personal licenses expire periodically — you'll re-activate now and then to keep the pipeline green. That upkeep is a TL1 job.</a:t>
            </a:r>
          </a:p>
          <a:p>
            <a:r>
              <a:t>game-ci is free and open-source; the license is the only moving part.</a:t>
            </a:r>
          </a:p>
        </p:txBody>
      </p:sp>
      <p:sp>
        <p:nvSpPr>
          <p:cNvPr id="6" name="TextBox 5">
            <a:extLst>
              <a:ext uri="{FF2B5EF4-FFF2-40B4-BE49-F238E27FC236}">
                <a16:creationId xmlns:a16="http://schemas.microsoft.com/office/drawing/2014/main" id="{B92709B7-E54E-2D4A-2166-C15659FEA05C}"/>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This Changes for the Team</a:t>
            </a:r>
          </a:p>
        </p:txBody>
      </p:sp>
      <p:sp>
        <p:nvSpPr>
          <p:cNvPr id="3" name="Content Placeholder 2"/>
          <p:cNvSpPr>
            <a:spLocks noGrp="1"/>
          </p:cNvSpPr>
          <p:nvPr>
            <p:ph idx="1"/>
          </p:nvPr>
        </p:nvSpPr>
        <p:spPr/>
        <p:txBody>
          <a:bodyPr>
            <a:normAutofit lnSpcReduction="10000"/>
          </a:bodyPr>
          <a:lstStyle/>
          <a:p>
            <a:r>
              <a:t>“Your commits are your alibi” now has teeth: a commit that breaks the tests is publicly red in the Actions tab.</a:t>
            </a:r>
          </a:p>
          <a:p>
            <a:r>
              <a:t>TL3's test audit becomes “read the pipeline history,” not manual spot-checks.</a:t>
            </a:r>
          </a:p>
          <a:p>
            <a:r>
              <a:t>The weekly status update stops being where you DISCOVER breakage and becomes where you REVIEW a pipeline that enforced it all week.</a:t>
            </a:r>
          </a:p>
        </p:txBody>
      </p:sp>
      <p:sp>
        <p:nvSpPr>
          <p:cNvPr id="7" name="TextBox 6">
            <a:extLst>
              <a:ext uri="{FF2B5EF4-FFF2-40B4-BE49-F238E27FC236}">
                <a16:creationId xmlns:a16="http://schemas.microsoft.com/office/drawing/2014/main" id="{A7168595-D6B5-87E8-E4AF-D42F46B4622B}"/>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Gate G3 — Repo Readiness</a:t>
            </a:r>
          </a:p>
        </p:txBody>
      </p:sp>
      <p:sp>
        <p:nvSpPr>
          <p:cNvPr id="3" name="Content Placeholder 2"/>
          <p:cNvSpPr>
            <a:spLocks noGrp="1"/>
          </p:cNvSpPr>
          <p:nvPr>
            <p:ph idx="1"/>
          </p:nvPr>
        </p:nvSpPr>
        <p:spPr/>
        <p:txBody>
          <a:bodyPr>
            <a:normAutofit fontScale="92500"/>
          </a:bodyPr>
          <a:lstStyle/>
          <a:p>
            <a:r>
              <a:t>Before the build phase opens, your repo must have:</a:t>
            </a:r>
          </a:p>
          <a:p>
            <a:r>
              <a:t>CODEOWNERS + branch protection · the directory-audit Action running · Smart Merge configured · a clean .meta-disciplined main that builds · CI running your boundary tests.</a:t>
            </a:r>
          </a:p>
          <a:p>
            <a:r>
              <a:t>That's the checklist you're accountable for — and the enforcement you run all semester.</a:t>
            </a:r>
          </a:p>
          <a:p>
            <a:r>
              <a:t>Get it green and the team codes on solid ground.</a:t>
            </a:r>
          </a:p>
        </p:txBody>
      </p:sp>
      <p:sp>
        <p:nvSpPr>
          <p:cNvPr id="4" name="TextBox 3">
            <a:extLst>
              <a:ext uri="{FF2B5EF4-FFF2-40B4-BE49-F238E27FC236}">
                <a16:creationId xmlns:a16="http://schemas.microsoft.com/office/drawing/2014/main" id="{B8E34405-5A9B-A33C-6C90-A998050A6B71}"/>
              </a:ext>
            </a:extLst>
          </p:cNvPr>
          <p:cNvSpPr txBox="1"/>
          <p:nvPr/>
        </p:nvSpPr>
        <p:spPr>
          <a:xfrm>
            <a:off x="735724" y="6361277"/>
            <a:ext cx="2500010" cy="369332"/>
          </a:xfrm>
          <a:prstGeom prst="rect">
            <a:avLst/>
          </a:prstGeom>
          <a:noFill/>
        </p:spPr>
        <p:txBody>
          <a:bodyPr wrap="square" rtlCol="0">
            <a:spAutoFit/>
          </a:bodyPr>
          <a:lstStyle/>
          <a:p>
            <a:r>
              <a:rPr lang="en-US">
                <a:solidFill>
                  <a:schemeClr val="tx2">
                    <a:lumMod val="75000"/>
                  </a:schemeClr>
                </a:solidFill>
              </a:rPr>
              <a:t>Adam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6333</Words>
  <Application>Microsoft Office PowerPoint</Application>
  <PresentationFormat>On-screen Show (4:3)</PresentationFormat>
  <Paragraphs>465</Paragraphs>
  <Slides>28</Slides>
  <Notes>27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Consolas</vt:lpstr>
      <vt:lpstr>Wingdings</vt:lpstr>
      <vt:lpstr>Office Theme</vt:lpstr>
      <vt:lpstr>DECK MAP — HIDDEN (do not present)</vt:lpstr>
      <vt:lpstr>Repo Goes Live</vt:lpstr>
      <vt:lpstr>Your TL1 Team — Still Here to Help</vt:lpstr>
      <vt:lpstr>What This Lecture Is Worth</vt:lpstr>
      <vt:lpstr>Before we start: docs folder content check</vt:lpstr>
      <vt:lpstr>Part A — Ownership &amp; Recovery</vt:lpstr>
      <vt:lpstr>Recap — the Git Policy</vt:lpstr>
      <vt:lpstr>Ownership &amp; the Audit</vt:lpstr>
      <vt:lpstr>CODEOWNERS — One Line Per Directory</vt:lpstr>
      <vt:lpstr>The Directory-Audit Action</vt:lpstr>
      <vt:lpstr>Follow Along 1 — The Audit Drill (and the clean revert)</vt:lpstr>
      <vt:lpstr>Recovery — Undo Anything Safely</vt:lpstr>
      <vt:lpstr>The Commands You'll Reach For</vt:lpstr>
      <vt:lpstr>“I Just Deleted the Scene” — The Triage</vt:lpstr>
      <vt:lpstr>Follow Along 2 — The Recovery Drill</vt:lpstr>
      <vt:lpstr>Part B — Shared-File Discipline</vt:lpstr>
      <vt:lpstr>The Shared-Scene Problem &amp; Unity Smart Merge</vt:lpstr>
      <vt:lpstr>Wiring Up Smart Merge</vt:lpstr>
      <vt:lpstr>The .meta File Discipline</vt:lpstr>
      <vt:lpstr>→ TL3 Lecture Happens Here</vt:lpstr>
      <vt:lpstr>← Back to TL1 — Automate the Tests You Just Wrote</vt:lpstr>
      <vt:lpstr>Continuous Integration — You Already Do This</vt:lpstr>
      <vt:lpstr>CI / CD — The Two Halves</vt:lpstr>
      <vt:lpstr>Automating the Test Plan on Every Commit</vt:lpstr>
      <vt:lpstr>What to Do When a Test Fails</vt:lpstr>
      <vt:lpstr>The One Setup Cost Be Honest About It</vt:lpstr>
      <vt:lpstr>What This Changes for the Team</vt:lpstr>
      <vt:lpstr>Gate G3 — Repo Readiness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Adam Yaw</dc:creator>
  <cp:keywords/>
  <dc:description>generated using python-pptx</dc:description>
  <cp:lastModifiedBy>Yaw, Adam (yaw8714@vandals.uidaho.edu)</cp:lastModifiedBy>
  <cp:revision>1</cp:revision>
  <dcterms:created xsi:type="dcterms:W3CDTF">2013-01-27T09:14:16Z</dcterms:created>
  <dcterms:modified xsi:type="dcterms:W3CDTF">2026-10-06T03:54:41Z</dcterms:modified>
  <cp:category/>
</cp:coreProperties>
</file>